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3" r:id="rId1"/>
  </p:sldMasterIdLst>
  <p:notesMasterIdLst>
    <p:notesMasterId r:id="rId4"/>
  </p:notesMasterIdLst>
  <p:sldIdLst>
    <p:sldId id="256" r:id="rId2"/>
    <p:sldId id="258" r:id="rId3"/>
  </p:sldIdLst>
  <p:sldSz cx="7556500" cy="10693400"/>
  <p:notesSz cx="7556500" cy="106934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880">
          <p15:clr>
            <a:srgbClr val="000000"/>
          </p15:clr>
        </p15:guide>
        <p15:guide id="2" pos="216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28EBD1E-F79C-4DFF-868A-0A9D0052B014}">
  <a:tblStyle styleId="{F28EBD1E-F79C-4DFF-868A-0A9D0052B014}" styleName="Table_0">
    <a:wholeTbl>
      <a:tcTxStyle b="off" i="off">
        <a:font>
          <a:latin typeface="Calibri"/>
          <a:ea typeface="Calibri"/>
          <a:cs typeface="Calibri"/>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844"/>
    <p:restoredTop sz="94640"/>
  </p:normalViewPr>
  <p:slideViewPr>
    <p:cSldViewPr snapToGrid="0">
      <p:cViewPr varScale="1">
        <p:scale>
          <a:sx n="190" d="100"/>
          <a:sy n="190" d="100"/>
        </p:scale>
        <p:origin x="3912" y="208"/>
      </p:cViewPr>
      <p:guideLst>
        <p:guide orient="horz" pos="288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259650" y="802000"/>
            <a:ext cx="5037900" cy="40100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755650" y="5079350"/>
            <a:ext cx="6045200" cy="4812025"/>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
        <p:cNvGrpSpPr/>
        <p:nvPr/>
      </p:nvGrpSpPr>
      <p:grpSpPr>
        <a:xfrm>
          <a:off x="0" y="0"/>
          <a:ext cx="0" cy="0"/>
          <a:chOff x="0" y="0"/>
          <a:chExt cx="0" cy="0"/>
        </a:xfrm>
      </p:grpSpPr>
      <p:sp>
        <p:nvSpPr>
          <p:cNvPr id="42" name="Google Shape;42;p1:notes"/>
          <p:cNvSpPr txBox="1">
            <a:spLocks noGrp="1"/>
          </p:cNvSpPr>
          <p:nvPr>
            <p:ph type="body" idx="1"/>
          </p:nvPr>
        </p:nvSpPr>
        <p:spPr>
          <a:xfrm>
            <a:off x="755650" y="5079350"/>
            <a:ext cx="6045200" cy="48120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43" name="Google Shape;43;p1:notes"/>
          <p:cNvSpPr>
            <a:spLocks noGrp="1" noRot="1" noChangeAspect="1"/>
          </p:cNvSpPr>
          <p:nvPr>
            <p:ph type="sldImg" idx="2"/>
          </p:nvPr>
        </p:nvSpPr>
        <p:spPr>
          <a:xfrm>
            <a:off x="2360613" y="801688"/>
            <a:ext cx="2835275"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3:notes"/>
          <p:cNvSpPr txBox="1">
            <a:spLocks noGrp="1"/>
          </p:cNvSpPr>
          <p:nvPr>
            <p:ph type="body" idx="1"/>
          </p:nvPr>
        </p:nvSpPr>
        <p:spPr>
          <a:xfrm>
            <a:off x="755650" y="5079350"/>
            <a:ext cx="6045200" cy="48120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7" name="Google Shape;137;p3:notes"/>
          <p:cNvSpPr>
            <a:spLocks noGrp="1" noRot="1" noChangeAspect="1"/>
          </p:cNvSpPr>
          <p:nvPr>
            <p:ph type="sldImg" idx="2"/>
          </p:nvPr>
        </p:nvSpPr>
        <p:spPr>
          <a:xfrm>
            <a:off x="2360613" y="801688"/>
            <a:ext cx="2835275"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obj">
  <p:cSld name="OBJECT">
    <p:spTree>
      <p:nvGrpSpPr>
        <p:cNvPr id="1" name="Shape 13"/>
        <p:cNvGrpSpPr/>
        <p:nvPr/>
      </p:nvGrpSpPr>
      <p:grpSpPr>
        <a:xfrm>
          <a:off x="0" y="0"/>
          <a:ext cx="0" cy="0"/>
          <a:chOff x="0" y="0"/>
          <a:chExt cx="0" cy="0"/>
        </a:xfrm>
      </p:grpSpPr>
      <p:sp>
        <p:nvSpPr>
          <p:cNvPr id="14" name="Google Shape;14;p2"/>
          <p:cNvSpPr txBox="1">
            <a:spLocks noGrp="1"/>
          </p:cNvSpPr>
          <p:nvPr>
            <p:ph type="ftr" idx="11"/>
          </p:nvPr>
        </p:nvSpPr>
        <p:spPr>
          <a:xfrm>
            <a:off x="2571369" y="9944862"/>
            <a:ext cx="2420112" cy="53467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 name="Google Shape;15;p2"/>
          <p:cNvSpPr txBox="1">
            <a:spLocks noGrp="1"/>
          </p:cNvSpPr>
          <p:nvPr>
            <p:ph type="dt" idx="10"/>
          </p:nvPr>
        </p:nvSpPr>
        <p:spPr>
          <a:xfrm>
            <a:off x="378142" y="9944862"/>
            <a:ext cx="1739455" cy="53467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 name="Google Shape;16;p2"/>
          <p:cNvSpPr txBox="1">
            <a:spLocks noGrp="1"/>
          </p:cNvSpPr>
          <p:nvPr>
            <p:ph type="sldNum" idx="12"/>
          </p:nvPr>
        </p:nvSpPr>
        <p:spPr>
          <a:xfrm>
            <a:off x="5445252" y="9944862"/>
            <a:ext cx="1739455" cy="53467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7"/>
        <p:cNvGrpSpPr/>
        <p:nvPr/>
      </p:nvGrpSpPr>
      <p:grpSpPr>
        <a:xfrm>
          <a:off x="0" y="0"/>
          <a:ext cx="0" cy="0"/>
          <a:chOff x="0" y="0"/>
          <a:chExt cx="0" cy="0"/>
        </a:xfrm>
      </p:grpSpPr>
      <p:sp>
        <p:nvSpPr>
          <p:cNvPr id="18" name="Google Shape;18;p3"/>
          <p:cNvSpPr txBox="1">
            <a:spLocks noGrp="1"/>
          </p:cNvSpPr>
          <p:nvPr>
            <p:ph type="ctrTitle"/>
          </p:nvPr>
        </p:nvSpPr>
        <p:spPr>
          <a:xfrm>
            <a:off x="567213" y="3314954"/>
            <a:ext cx="6428422" cy="2245614"/>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3"/>
          <p:cNvSpPr txBox="1">
            <a:spLocks noGrp="1"/>
          </p:cNvSpPr>
          <p:nvPr>
            <p:ph type="subTitle" idx="1"/>
          </p:nvPr>
        </p:nvSpPr>
        <p:spPr>
          <a:xfrm>
            <a:off x="1134427" y="5988304"/>
            <a:ext cx="5293995" cy="267335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ftr" idx="11"/>
          </p:nvPr>
        </p:nvSpPr>
        <p:spPr>
          <a:xfrm>
            <a:off x="2571369" y="9944862"/>
            <a:ext cx="2420112" cy="53467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 name="Google Shape;21;p3"/>
          <p:cNvSpPr txBox="1">
            <a:spLocks noGrp="1"/>
          </p:cNvSpPr>
          <p:nvPr>
            <p:ph type="dt" idx="10"/>
          </p:nvPr>
        </p:nvSpPr>
        <p:spPr>
          <a:xfrm>
            <a:off x="378142" y="9944862"/>
            <a:ext cx="1739455" cy="53467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 name="Google Shape;22;p3"/>
          <p:cNvSpPr txBox="1">
            <a:spLocks noGrp="1"/>
          </p:cNvSpPr>
          <p:nvPr>
            <p:ph type="sldNum" idx="12"/>
          </p:nvPr>
        </p:nvSpPr>
        <p:spPr>
          <a:xfrm>
            <a:off x="5445252" y="9944862"/>
            <a:ext cx="1739455" cy="53467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23"/>
        <p:cNvGrpSpPr/>
        <p:nvPr/>
      </p:nvGrpSpPr>
      <p:grpSpPr>
        <a:xfrm>
          <a:off x="0" y="0"/>
          <a:ext cx="0" cy="0"/>
          <a:chOff x="0" y="0"/>
          <a:chExt cx="0" cy="0"/>
        </a:xfrm>
      </p:grpSpPr>
      <p:sp>
        <p:nvSpPr>
          <p:cNvPr id="24" name="Google Shape;24;p4"/>
          <p:cNvSpPr txBox="1">
            <a:spLocks noGrp="1"/>
          </p:cNvSpPr>
          <p:nvPr>
            <p:ph type="title"/>
          </p:nvPr>
        </p:nvSpPr>
        <p:spPr>
          <a:xfrm>
            <a:off x="378142" y="427736"/>
            <a:ext cx="6806565" cy="1710944"/>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4"/>
          <p:cNvSpPr txBox="1">
            <a:spLocks noGrp="1"/>
          </p:cNvSpPr>
          <p:nvPr>
            <p:ph type="body" idx="1"/>
          </p:nvPr>
        </p:nvSpPr>
        <p:spPr>
          <a:xfrm>
            <a:off x="378142" y="2459482"/>
            <a:ext cx="6806565" cy="7057644"/>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6" name="Google Shape;26;p4"/>
          <p:cNvSpPr txBox="1">
            <a:spLocks noGrp="1"/>
          </p:cNvSpPr>
          <p:nvPr>
            <p:ph type="ftr" idx="11"/>
          </p:nvPr>
        </p:nvSpPr>
        <p:spPr>
          <a:xfrm>
            <a:off x="2571369" y="9944862"/>
            <a:ext cx="2420112" cy="53467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 name="Google Shape;27;p4"/>
          <p:cNvSpPr txBox="1">
            <a:spLocks noGrp="1"/>
          </p:cNvSpPr>
          <p:nvPr>
            <p:ph type="dt" idx="10"/>
          </p:nvPr>
        </p:nvSpPr>
        <p:spPr>
          <a:xfrm>
            <a:off x="378142" y="9944862"/>
            <a:ext cx="1739455" cy="53467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 name="Google Shape;28;p4"/>
          <p:cNvSpPr txBox="1">
            <a:spLocks noGrp="1"/>
          </p:cNvSpPr>
          <p:nvPr>
            <p:ph type="sldNum" idx="12"/>
          </p:nvPr>
        </p:nvSpPr>
        <p:spPr>
          <a:xfrm>
            <a:off x="5445252" y="9944862"/>
            <a:ext cx="1739455" cy="53467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29"/>
        <p:cNvGrpSpPr/>
        <p:nvPr/>
      </p:nvGrpSpPr>
      <p:grpSpPr>
        <a:xfrm>
          <a:off x="0" y="0"/>
          <a:ext cx="0" cy="0"/>
          <a:chOff x="0" y="0"/>
          <a:chExt cx="0" cy="0"/>
        </a:xfrm>
      </p:grpSpPr>
      <p:sp>
        <p:nvSpPr>
          <p:cNvPr id="30" name="Google Shape;30;p5"/>
          <p:cNvSpPr txBox="1">
            <a:spLocks noGrp="1"/>
          </p:cNvSpPr>
          <p:nvPr>
            <p:ph type="title"/>
          </p:nvPr>
        </p:nvSpPr>
        <p:spPr>
          <a:xfrm>
            <a:off x="378142" y="427736"/>
            <a:ext cx="6806565" cy="1710944"/>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5"/>
          <p:cNvSpPr txBox="1">
            <a:spLocks noGrp="1"/>
          </p:cNvSpPr>
          <p:nvPr>
            <p:ph type="body" idx="1"/>
          </p:nvPr>
        </p:nvSpPr>
        <p:spPr>
          <a:xfrm>
            <a:off x="378142" y="2459482"/>
            <a:ext cx="3289839" cy="7057644"/>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2" name="Google Shape;32;p5"/>
          <p:cNvSpPr txBox="1">
            <a:spLocks noGrp="1"/>
          </p:cNvSpPr>
          <p:nvPr>
            <p:ph type="body" idx="2"/>
          </p:nvPr>
        </p:nvSpPr>
        <p:spPr>
          <a:xfrm>
            <a:off x="3894867" y="2459482"/>
            <a:ext cx="3289839" cy="7057644"/>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3" name="Google Shape;33;p5"/>
          <p:cNvSpPr txBox="1">
            <a:spLocks noGrp="1"/>
          </p:cNvSpPr>
          <p:nvPr>
            <p:ph type="ftr" idx="11"/>
          </p:nvPr>
        </p:nvSpPr>
        <p:spPr>
          <a:xfrm>
            <a:off x="2571369" y="9944862"/>
            <a:ext cx="2420112" cy="53467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 name="Google Shape;34;p5"/>
          <p:cNvSpPr txBox="1">
            <a:spLocks noGrp="1"/>
          </p:cNvSpPr>
          <p:nvPr>
            <p:ph type="dt" idx="10"/>
          </p:nvPr>
        </p:nvSpPr>
        <p:spPr>
          <a:xfrm>
            <a:off x="378142" y="9944862"/>
            <a:ext cx="1739455" cy="53467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5"/>
          <p:cNvSpPr txBox="1">
            <a:spLocks noGrp="1"/>
          </p:cNvSpPr>
          <p:nvPr>
            <p:ph type="sldNum" idx="12"/>
          </p:nvPr>
        </p:nvSpPr>
        <p:spPr>
          <a:xfrm>
            <a:off x="5445252" y="9944862"/>
            <a:ext cx="1739455" cy="53467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36"/>
        <p:cNvGrpSpPr/>
        <p:nvPr/>
      </p:nvGrpSpPr>
      <p:grpSpPr>
        <a:xfrm>
          <a:off x="0" y="0"/>
          <a:ext cx="0" cy="0"/>
          <a:chOff x="0" y="0"/>
          <a:chExt cx="0" cy="0"/>
        </a:xfrm>
      </p:grpSpPr>
      <p:sp>
        <p:nvSpPr>
          <p:cNvPr id="37" name="Google Shape;37;p6"/>
          <p:cNvSpPr txBox="1">
            <a:spLocks noGrp="1"/>
          </p:cNvSpPr>
          <p:nvPr>
            <p:ph type="title"/>
          </p:nvPr>
        </p:nvSpPr>
        <p:spPr>
          <a:xfrm>
            <a:off x="378142" y="427736"/>
            <a:ext cx="6806565" cy="1710944"/>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2571369" y="9944862"/>
            <a:ext cx="2420112" cy="53467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6"/>
          <p:cNvSpPr txBox="1">
            <a:spLocks noGrp="1"/>
          </p:cNvSpPr>
          <p:nvPr>
            <p:ph type="dt" idx="10"/>
          </p:nvPr>
        </p:nvSpPr>
        <p:spPr>
          <a:xfrm>
            <a:off x="378142" y="9944862"/>
            <a:ext cx="1739455" cy="53467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0" name="Google Shape;40;p6"/>
          <p:cNvSpPr txBox="1">
            <a:spLocks noGrp="1"/>
          </p:cNvSpPr>
          <p:nvPr>
            <p:ph type="sldNum" idx="12"/>
          </p:nvPr>
        </p:nvSpPr>
        <p:spPr>
          <a:xfrm>
            <a:off x="5445252" y="9944862"/>
            <a:ext cx="1739455" cy="53467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p:nvPr/>
        </p:nvSpPr>
        <p:spPr>
          <a:xfrm>
            <a:off x="381000" y="10008266"/>
            <a:ext cx="6864984" cy="0"/>
          </a:xfrm>
          <a:custGeom>
            <a:avLst/>
            <a:gdLst/>
            <a:ahLst/>
            <a:cxnLst/>
            <a:rect l="l" t="t" r="r" b="b"/>
            <a:pathLst>
              <a:path w="6864984" h="120000" extrusionOk="0">
                <a:moveTo>
                  <a:pt x="0" y="0"/>
                </a:moveTo>
                <a:lnTo>
                  <a:pt x="6864731" y="0"/>
                </a:lnTo>
              </a:path>
            </a:pathLst>
          </a:custGeom>
          <a:noFill/>
          <a:ln w="9525" cap="flat" cmpd="sng">
            <a:solidFill>
              <a:srgbClr val="083B92"/>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pic>
        <p:nvPicPr>
          <p:cNvPr id="7" name="Google Shape;7;p1"/>
          <p:cNvPicPr preferRelativeResize="0"/>
          <p:nvPr/>
        </p:nvPicPr>
        <p:blipFill rotWithShape="1">
          <a:blip r:embed="rId7">
            <a:alphaModFix/>
          </a:blip>
          <a:srcRect/>
          <a:stretch/>
        </p:blipFill>
        <p:spPr>
          <a:xfrm>
            <a:off x="2141930" y="10333136"/>
            <a:ext cx="199695" cy="178037"/>
          </a:xfrm>
          <a:prstGeom prst="rect">
            <a:avLst/>
          </a:prstGeom>
          <a:noFill/>
          <a:ln>
            <a:noFill/>
          </a:ln>
        </p:spPr>
      </p:pic>
      <p:sp>
        <p:nvSpPr>
          <p:cNvPr id="8" name="Google Shape;8;p1"/>
          <p:cNvSpPr txBox="1">
            <a:spLocks noGrp="1"/>
          </p:cNvSpPr>
          <p:nvPr>
            <p:ph type="title"/>
          </p:nvPr>
        </p:nvSpPr>
        <p:spPr>
          <a:xfrm>
            <a:off x="378142" y="427736"/>
            <a:ext cx="6806565" cy="1710944"/>
          </a:xfrm>
          <a:prstGeom prst="rect">
            <a:avLst/>
          </a:prstGeom>
          <a:noFill/>
          <a:ln>
            <a:noFill/>
          </a:ln>
        </p:spPr>
        <p:txBody>
          <a:bodyPr spcFirstLastPara="1" wrap="square" lIns="0" tIns="0" rIns="0" bIns="0" anchor="t" anchorCtr="0">
            <a:spAutoFit/>
          </a:bodyPr>
          <a:lstStyle>
            <a:lvl1pPr marR="0" lvl="0" algn="l" rtl="0">
              <a:spcBef>
                <a:spcPts val="0"/>
              </a:spcBef>
              <a:spcAft>
                <a:spcPts val="0"/>
              </a:spcAft>
              <a:buSzPts val="1400"/>
              <a:buNone/>
              <a:defRPr sz="1800" b="0" i="0" u="none" strike="noStrike" cap="none">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9" name="Google Shape;9;p1"/>
          <p:cNvSpPr txBox="1">
            <a:spLocks noGrp="1"/>
          </p:cNvSpPr>
          <p:nvPr>
            <p:ph type="body" idx="1"/>
          </p:nvPr>
        </p:nvSpPr>
        <p:spPr>
          <a:xfrm>
            <a:off x="378142" y="2459482"/>
            <a:ext cx="6806565" cy="7057644"/>
          </a:xfrm>
          <a:prstGeom prst="rect">
            <a:avLst/>
          </a:prstGeom>
          <a:noFill/>
          <a:ln>
            <a:noFill/>
          </a:ln>
        </p:spPr>
        <p:txBody>
          <a:bodyPr spcFirstLastPara="1" wrap="square" lIns="0" tIns="0" rIns="0" bIns="0" anchor="t" anchorCtr="0">
            <a:spAutoFit/>
          </a:bodyPr>
          <a:lstStyle>
            <a:lvl1pPr marL="457200" marR="0" lvl="0" indent="-228600" algn="l" rtl="0">
              <a:spcBef>
                <a:spcPts val="0"/>
              </a:spcBef>
              <a:spcAft>
                <a:spcPts val="0"/>
              </a:spcAft>
              <a:buSzPts val="1400"/>
              <a:buNone/>
              <a:defRPr sz="1800" b="0" i="0" u="none" strike="noStrike" cap="none">
                <a:latin typeface="Calibri"/>
                <a:ea typeface="Calibri"/>
                <a:cs typeface="Calibri"/>
                <a:sym typeface="Calibri"/>
              </a:defRPr>
            </a:lvl1pPr>
            <a:lvl2pPr marL="914400" marR="0" lvl="1" indent="-228600" algn="l" rtl="0">
              <a:spcBef>
                <a:spcPts val="0"/>
              </a:spcBef>
              <a:spcAft>
                <a:spcPts val="0"/>
              </a:spcAft>
              <a:buSzPts val="1400"/>
              <a:buNone/>
              <a:defRPr sz="1800" b="0" i="0" u="none" strike="noStrike" cap="none">
                <a:latin typeface="Calibri"/>
                <a:ea typeface="Calibri"/>
                <a:cs typeface="Calibri"/>
                <a:sym typeface="Calibri"/>
              </a:defRPr>
            </a:lvl2pPr>
            <a:lvl3pPr marL="1371600" marR="0" lvl="2" indent="-228600" algn="l" rtl="0">
              <a:spcBef>
                <a:spcPts val="0"/>
              </a:spcBef>
              <a:spcAft>
                <a:spcPts val="0"/>
              </a:spcAft>
              <a:buSzPts val="1400"/>
              <a:buNone/>
              <a:defRPr sz="1800" b="0" i="0" u="none" strike="noStrike" cap="none">
                <a:latin typeface="Calibri"/>
                <a:ea typeface="Calibri"/>
                <a:cs typeface="Calibri"/>
                <a:sym typeface="Calibri"/>
              </a:defRPr>
            </a:lvl3pPr>
            <a:lvl4pPr marL="1828800" marR="0" lvl="3" indent="-228600" algn="l" rtl="0">
              <a:spcBef>
                <a:spcPts val="0"/>
              </a:spcBef>
              <a:spcAft>
                <a:spcPts val="0"/>
              </a:spcAft>
              <a:buSzPts val="1400"/>
              <a:buNone/>
              <a:defRPr sz="1800" b="0" i="0" u="none" strike="noStrike" cap="none">
                <a:latin typeface="Calibri"/>
                <a:ea typeface="Calibri"/>
                <a:cs typeface="Calibri"/>
                <a:sym typeface="Calibri"/>
              </a:defRPr>
            </a:lvl4pPr>
            <a:lvl5pPr marL="2286000" marR="0" lvl="4" indent="-228600" algn="l" rtl="0">
              <a:spcBef>
                <a:spcPts val="0"/>
              </a:spcBef>
              <a:spcAft>
                <a:spcPts val="0"/>
              </a:spcAft>
              <a:buSzPts val="1400"/>
              <a:buNone/>
              <a:defRPr sz="1800" b="0" i="0" u="none" strike="noStrike" cap="none">
                <a:latin typeface="Calibri"/>
                <a:ea typeface="Calibri"/>
                <a:cs typeface="Calibri"/>
                <a:sym typeface="Calibri"/>
              </a:defRPr>
            </a:lvl5pPr>
            <a:lvl6pPr marL="2743200" marR="0" lvl="5" indent="-228600" algn="l" rtl="0">
              <a:spcBef>
                <a:spcPts val="0"/>
              </a:spcBef>
              <a:spcAft>
                <a:spcPts val="0"/>
              </a:spcAft>
              <a:buSzPts val="1400"/>
              <a:buNone/>
              <a:defRPr sz="1800" b="0" i="0" u="none" strike="noStrike" cap="none">
                <a:latin typeface="Calibri"/>
                <a:ea typeface="Calibri"/>
                <a:cs typeface="Calibri"/>
                <a:sym typeface="Calibri"/>
              </a:defRPr>
            </a:lvl6pPr>
            <a:lvl7pPr marL="3200400" marR="0" lvl="6" indent="-228600" algn="l" rtl="0">
              <a:spcBef>
                <a:spcPts val="0"/>
              </a:spcBef>
              <a:spcAft>
                <a:spcPts val="0"/>
              </a:spcAft>
              <a:buSzPts val="1400"/>
              <a:buNone/>
              <a:defRPr sz="1800" b="0" i="0" u="none" strike="noStrike" cap="none">
                <a:latin typeface="Calibri"/>
                <a:ea typeface="Calibri"/>
                <a:cs typeface="Calibri"/>
                <a:sym typeface="Calibri"/>
              </a:defRPr>
            </a:lvl7pPr>
            <a:lvl8pPr marL="3657600" marR="0" lvl="7" indent="-228600" algn="l" rtl="0">
              <a:spcBef>
                <a:spcPts val="0"/>
              </a:spcBef>
              <a:spcAft>
                <a:spcPts val="0"/>
              </a:spcAft>
              <a:buSzPts val="1400"/>
              <a:buNone/>
              <a:defRPr sz="1800" b="0" i="0" u="none" strike="noStrike" cap="none">
                <a:latin typeface="Calibri"/>
                <a:ea typeface="Calibri"/>
                <a:cs typeface="Calibri"/>
                <a:sym typeface="Calibri"/>
              </a:defRPr>
            </a:lvl8pPr>
            <a:lvl9pPr marL="4114800" marR="0" lvl="8" indent="-228600" algn="l" rtl="0">
              <a:spcBef>
                <a:spcPts val="0"/>
              </a:spcBef>
              <a:spcAft>
                <a:spcPts val="0"/>
              </a:spcAft>
              <a:buSzPts val="1400"/>
              <a:buNone/>
              <a:defRPr sz="1800" b="0" i="0" u="none" strike="noStrike" cap="none">
                <a:latin typeface="Calibri"/>
                <a:ea typeface="Calibri"/>
                <a:cs typeface="Calibri"/>
                <a:sym typeface="Calibri"/>
              </a:defRPr>
            </a:lvl9pPr>
          </a:lstStyle>
          <a:p>
            <a:endParaRPr/>
          </a:p>
        </p:txBody>
      </p:sp>
      <p:sp>
        <p:nvSpPr>
          <p:cNvPr id="10" name="Google Shape;10;p1"/>
          <p:cNvSpPr txBox="1">
            <a:spLocks noGrp="1"/>
          </p:cNvSpPr>
          <p:nvPr>
            <p:ph type="ftr" idx="11"/>
          </p:nvPr>
        </p:nvSpPr>
        <p:spPr>
          <a:xfrm>
            <a:off x="2571369" y="9944862"/>
            <a:ext cx="2420112" cy="53467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dt" idx="10"/>
          </p:nvPr>
        </p:nvSpPr>
        <p:spPr>
          <a:xfrm>
            <a:off x="378142" y="9944862"/>
            <a:ext cx="1739455" cy="53467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2" name="Google Shape;12;p1"/>
          <p:cNvSpPr txBox="1">
            <a:spLocks noGrp="1"/>
          </p:cNvSpPr>
          <p:nvPr>
            <p:ph type="sldNum" idx="12"/>
          </p:nvPr>
        </p:nvSpPr>
        <p:spPr>
          <a:xfrm>
            <a:off x="5445252" y="9944862"/>
            <a:ext cx="1739455" cy="534670"/>
          </a:xfrm>
          <a:prstGeom prst="rect">
            <a:avLst/>
          </a:prstGeom>
          <a:noFill/>
          <a:ln>
            <a:noFill/>
          </a:ln>
        </p:spPr>
        <p:txBody>
          <a:bodyPr spcFirstLastPara="1" wrap="square" lIns="0" tIns="0" rIns="0" bIns="0" anchor="t" anchorCtr="0">
            <a:spAutoFit/>
          </a:bodyPr>
          <a:lstStyle>
            <a:lvl1pPr lvl="0" indent="0" algn="r">
              <a:spcBef>
                <a:spcPts val="0"/>
              </a:spcBef>
              <a:buNone/>
              <a:defRPr sz="1800">
                <a:solidFill>
                  <a:srgbClr val="888888"/>
                </a:solidFill>
              </a:defRPr>
            </a:lvl1pPr>
            <a:lvl2pPr lvl="1" indent="0" algn="r">
              <a:spcBef>
                <a:spcPts val="0"/>
              </a:spcBef>
              <a:buNone/>
              <a:defRPr sz="1800">
                <a:solidFill>
                  <a:srgbClr val="888888"/>
                </a:solidFill>
              </a:defRPr>
            </a:lvl2pPr>
            <a:lvl3pPr lvl="2" indent="0" algn="r">
              <a:spcBef>
                <a:spcPts val="0"/>
              </a:spcBef>
              <a:buNone/>
              <a:defRPr sz="1800">
                <a:solidFill>
                  <a:srgbClr val="888888"/>
                </a:solidFill>
              </a:defRPr>
            </a:lvl3pPr>
            <a:lvl4pPr lvl="3" indent="0" algn="r">
              <a:spcBef>
                <a:spcPts val="0"/>
              </a:spcBef>
              <a:buNone/>
              <a:defRPr sz="1800">
                <a:solidFill>
                  <a:srgbClr val="888888"/>
                </a:solidFill>
              </a:defRPr>
            </a:lvl4pPr>
            <a:lvl5pPr lvl="4" indent="0" algn="r">
              <a:spcBef>
                <a:spcPts val="0"/>
              </a:spcBef>
              <a:buNone/>
              <a:defRPr sz="1800">
                <a:solidFill>
                  <a:srgbClr val="888888"/>
                </a:solidFill>
              </a:defRPr>
            </a:lvl5pPr>
            <a:lvl6pPr lvl="5" indent="0" algn="r">
              <a:spcBef>
                <a:spcPts val="0"/>
              </a:spcBef>
              <a:buNone/>
              <a:defRPr sz="1800">
                <a:solidFill>
                  <a:srgbClr val="888888"/>
                </a:solidFill>
              </a:defRPr>
            </a:lvl6pPr>
            <a:lvl7pPr lvl="6" indent="0" algn="r">
              <a:spcBef>
                <a:spcPts val="0"/>
              </a:spcBef>
              <a:buNone/>
              <a:defRPr sz="1800">
                <a:solidFill>
                  <a:srgbClr val="888888"/>
                </a:solidFill>
              </a:defRPr>
            </a:lvl7pPr>
            <a:lvl8pPr lvl="7" indent="0" algn="r">
              <a:spcBef>
                <a:spcPts val="0"/>
              </a:spcBef>
              <a:buNone/>
              <a:defRPr sz="1800">
                <a:solidFill>
                  <a:srgbClr val="888888"/>
                </a:solidFill>
              </a:defRPr>
            </a:lvl8pPr>
            <a:lvl9pPr lvl="8" indent="0" algn="r">
              <a:spcBef>
                <a:spcPts val="0"/>
              </a:spcBef>
              <a:buNone/>
              <a:defRPr sz="1800">
                <a:solidFill>
                  <a:srgbClr val="888888"/>
                </a:solidFill>
              </a:defRPr>
            </a:lvl9pPr>
          </a:lstStyle>
          <a:p>
            <a:pPr marL="0" lvl="0" indent="0" algn="r" rtl="0">
              <a:spcBef>
                <a:spcPts val="0"/>
              </a:spcBef>
              <a:spcAft>
                <a:spcPts val="0"/>
              </a:spcAft>
              <a:buNone/>
            </a:pPr>
            <a:fld id="{00000000-1234-1234-1234-123412341234}" type="slidenum">
              <a:rPr lang="en-US"/>
              <a:t>‹#›</a:t>
            </a:fld>
            <a:endParaRPr sz="1400">
              <a:solidFill>
                <a:srgbClr val="000000"/>
              </a:solidFill>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microsoft.com/office/2007/relationships/hdphoto" Target="../media/hdphoto1.wdp"/><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Shape 44"/>
        <p:cNvGrpSpPr/>
        <p:nvPr/>
      </p:nvGrpSpPr>
      <p:grpSpPr>
        <a:xfrm>
          <a:off x="0" y="0"/>
          <a:ext cx="0" cy="0"/>
          <a:chOff x="0" y="0"/>
          <a:chExt cx="0" cy="0"/>
        </a:xfrm>
      </p:grpSpPr>
      <p:sp>
        <p:nvSpPr>
          <p:cNvPr id="45" name="Google Shape;45;p7"/>
          <p:cNvSpPr txBox="1"/>
          <p:nvPr/>
        </p:nvSpPr>
        <p:spPr>
          <a:xfrm>
            <a:off x="6047892" y="427405"/>
            <a:ext cx="1133256" cy="152586"/>
          </a:xfrm>
          <a:prstGeom prst="rect">
            <a:avLst/>
          </a:prstGeom>
          <a:noFill/>
          <a:ln>
            <a:noFill/>
          </a:ln>
        </p:spPr>
        <p:txBody>
          <a:bodyPr spcFirstLastPara="1" wrap="square" lIns="0" tIns="13950" rIns="0" bIns="0" anchor="t" anchorCtr="0">
            <a:spAutoFit/>
          </a:bodyPr>
          <a:lstStyle/>
          <a:p>
            <a:r>
              <a:rPr lang="en-US" sz="900" dirty="0">
                <a:latin typeface="Noto Sans SC" panose="020B0200000000000000" pitchFamily="34" charset="-128"/>
                <a:ea typeface="Noto Sans SC" panose="020B0200000000000000" pitchFamily="34" charset="-128"/>
              </a:rPr>
              <a:t>Version_2_20251026</a:t>
            </a:r>
          </a:p>
        </p:txBody>
      </p:sp>
      <p:sp>
        <p:nvSpPr>
          <p:cNvPr id="46" name="Google Shape;46;p7"/>
          <p:cNvSpPr txBox="1"/>
          <p:nvPr/>
        </p:nvSpPr>
        <p:spPr>
          <a:xfrm>
            <a:off x="1675892" y="741730"/>
            <a:ext cx="4568825" cy="328295"/>
          </a:xfrm>
          <a:prstGeom prst="rect">
            <a:avLst/>
          </a:prstGeom>
          <a:noFill/>
          <a:ln>
            <a:noFill/>
          </a:ln>
        </p:spPr>
        <p:txBody>
          <a:bodyPr spcFirstLastPara="1" wrap="square" lIns="0" tIns="17125" rIns="0" bIns="0" anchor="t" anchorCtr="0">
            <a:spAutoFit/>
          </a:bodyPr>
          <a:lstStyle/>
          <a:p>
            <a:pPr marL="12700" lvl="0" indent="0" algn="l" rtl="0">
              <a:lnSpc>
                <a:spcPct val="100000"/>
              </a:lnSpc>
              <a:spcBef>
                <a:spcPts val="0"/>
              </a:spcBef>
              <a:spcAft>
                <a:spcPts val="0"/>
              </a:spcAft>
              <a:buNone/>
            </a:pPr>
            <a:r>
              <a:rPr lang="en-US" sz="1950" dirty="0" err="1">
                <a:latin typeface="Noto Sans SC" panose="020B0200000000000000" pitchFamily="34" charset="-128"/>
                <a:ea typeface="Noto Sans SC" panose="020B0200000000000000" pitchFamily="34" charset="-128"/>
                <a:cs typeface="Noto Sans Kannada" panose="020B0502040504020204" pitchFamily="34" charset="0"/>
                <a:sym typeface="Microsoft YaHei"/>
              </a:rPr>
              <a:t>孕唯諾非侵入性母血胎兒染色體檢測報告</a:t>
            </a:r>
            <a:endParaRPr sz="1950"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grpSp>
        <p:nvGrpSpPr>
          <p:cNvPr id="47" name="Google Shape;47;p7"/>
          <p:cNvGrpSpPr/>
          <p:nvPr/>
        </p:nvGrpSpPr>
        <p:grpSpPr>
          <a:xfrm>
            <a:off x="1344744" y="781507"/>
            <a:ext cx="253365" cy="253365"/>
            <a:chOff x="1344744" y="781507"/>
            <a:chExt cx="253365" cy="253365"/>
          </a:xfrm>
        </p:grpSpPr>
        <p:sp>
          <p:nvSpPr>
            <p:cNvPr id="48" name="Google Shape;48;p7"/>
            <p:cNvSpPr/>
            <p:nvPr/>
          </p:nvSpPr>
          <p:spPr>
            <a:xfrm>
              <a:off x="1344744" y="781507"/>
              <a:ext cx="253365" cy="253365"/>
            </a:xfrm>
            <a:custGeom>
              <a:avLst/>
              <a:gdLst/>
              <a:ahLst/>
              <a:cxnLst/>
              <a:rect l="l" t="t" r="r" b="b"/>
              <a:pathLst>
                <a:path w="253365" h="253365" extrusionOk="0">
                  <a:moveTo>
                    <a:pt x="252979" y="126822"/>
                  </a:moveTo>
                  <a:lnTo>
                    <a:pt x="231584" y="197253"/>
                  </a:lnTo>
                  <a:lnTo>
                    <a:pt x="174671" y="243928"/>
                  </a:lnTo>
                  <a:lnTo>
                    <a:pt x="138190" y="252992"/>
                  </a:lnTo>
                  <a:lnTo>
                    <a:pt x="101414" y="251105"/>
                  </a:lnTo>
                  <a:lnTo>
                    <a:pt x="36520" y="216382"/>
                  </a:lnTo>
                  <a:lnTo>
                    <a:pt x="1851" y="151447"/>
                  </a:lnTo>
                  <a:lnTo>
                    <a:pt x="0" y="114673"/>
                  </a:lnTo>
                  <a:lnTo>
                    <a:pt x="9101" y="78206"/>
                  </a:lnTo>
                  <a:lnTo>
                    <a:pt x="28487" y="45998"/>
                  </a:lnTo>
                  <a:lnTo>
                    <a:pt x="55827" y="21329"/>
                  </a:lnTo>
                  <a:lnTo>
                    <a:pt x="89097" y="5547"/>
                  </a:lnTo>
                  <a:lnTo>
                    <a:pt x="126271" y="0"/>
                  </a:lnTo>
                  <a:lnTo>
                    <a:pt x="175610" y="9987"/>
                  </a:lnTo>
                  <a:lnTo>
                    <a:pt x="215890" y="37174"/>
                  </a:lnTo>
                  <a:lnTo>
                    <a:pt x="243037" y="77479"/>
                  </a:lnTo>
                  <a:lnTo>
                    <a:pt x="252979" y="126822"/>
                  </a:lnTo>
                </a:path>
              </a:pathLst>
            </a:custGeom>
            <a:noFill/>
            <a:ln w="9525" cap="flat" cmpd="sng">
              <a:solidFill>
                <a:srgbClr val="2C6BAA"/>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cs typeface="Noto Sans Kannada" panose="020B0502040504020204" pitchFamily="34" charset="0"/>
              </a:endParaRPr>
            </a:p>
          </p:txBody>
        </p:sp>
        <p:pic>
          <p:nvPicPr>
            <p:cNvPr id="49" name="Google Shape;49;p7"/>
            <p:cNvPicPr preferRelativeResize="0"/>
            <p:nvPr/>
          </p:nvPicPr>
          <p:blipFill rotWithShape="1">
            <a:blip r:embed="rId3">
              <a:alphaModFix/>
            </a:blip>
            <a:srcRect/>
            <a:stretch/>
          </p:blipFill>
          <p:spPr>
            <a:xfrm>
              <a:off x="1404308" y="810266"/>
              <a:ext cx="133299" cy="180339"/>
            </a:xfrm>
            <a:prstGeom prst="rect">
              <a:avLst/>
            </a:prstGeom>
            <a:noFill/>
            <a:ln>
              <a:noFill/>
            </a:ln>
          </p:spPr>
        </p:pic>
      </p:grpSp>
      <p:graphicFrame>
        <p:nvGraphicFramePr>
          <p:cNvPr id="50" name="Google Shape;50;p7"/>
          <p:cNvGraphicFramePr/>
          <p:nvPr>
            <p:extLst>
              <p:ext uri="{D42A27DB-BD31-4B8C-83A1-F6EECF244321}">
                <p14:modId xmlns:p14="http://schemas.microsoft.com/office/powerpoint/2010/main" val="834861404"/>
              </p:ext>
            </p:extLst>
          </p:nvPr>
        </p:nvGraphicFramePr>
        <p:xfrm>
          <a:off x="381000" y="1279067"/>
          <a:ext cx="6786250" cy="1914500"/>
        </p:xfrm>
        <a:graphic>
          <a:graphicData uri="http://schemas.openxmlformats.org/drawingml/2006/table">
            <a:tbl>
              <a:tblPr firstRow="1" bandRow="1">
                <a:noFill/>
                <a:tableStyleId>{F28EBD1E-F79C-4DFF-868A-0A9D0052B014}</a:tableStyleId>
              </a:tblPr>
              <a:tblGrid>
                <a:gridCol w="1163325">
                  <a:extLst>
                    <a:ext uri="{9D8B030D-6E8A-4147-A177-3AD203B41FA5}">
                      <a16:colId xmlns:a16="http://schemas.microsoft.com/office/drawing/2014/main" val="20000"/>
                    </a:ext>
                  </a:extLst>
                </a:gridCol>
                <a:gridCol w="1097275">
                  <a:extLst>
                    <a:ext uri="{9D8B030D-6E8A-4147-A177-3AD203B41FA5}">
                      <a16:colId xmlns:a16="http://schemas.microsoft.com/office/drawing/2014/main" val="20001"/>
                    </a:ext>
                  </a:extLst>
                </a:gridCol>
                <a:gridCol w="1164600">
                  <a:extLst>
                    <a:ext uri="{9D8B030D-6E8A-4147-A177-3AD203B41FA5}">
                      <a16:colId xmlns:a16="http://schemas.microsoft.com/office/drawing/2014/main" val="20002"/>
                    </a:ext>
                  </a:extLst>
                </a:gridCol>
                <a:gridCol w="1095375">
                  <a:extLst>
                    <a:ext uri="{9D8B030D-6E8A-4147-A177-3AD203B41FA5}">
                      <a16:colId xmlns:a16="http://schemas.microsoft.com/office/drawing/2014/main" val="20003"/>
                    </a:ext>
                  </a:extLst>
                </a:gridCol>
                <a:gridCol w="1165850">
                  <a:extLst>
                    <a:ext uri="{9D8B030D-6E8A-4147-A177-3AD203B41FA5}">
                      <a16:colId xmlns:a16="http://schemas.microsoft.com/office/drawing/2014/main" val="20004"/>
                    </a:ext>
                  </a:extLst>
                </a:gridCol>
                <a:gridCol w="1099825">
                  <a:extLst>
                    <a:ext uri="{9D8B030D-6E8A-4147-A177-3AD203B41FA5}">
                      <a16:colId xmlns:a16="http://schemas.microsoft.com/office/drawing/2014/main" val="20005"/>
                    </a:ext>
                  </a:extLst>
                </a:gridCol>
              </a:tblGrid>
              <a:tr h="480050">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姓名</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9050" marB="0">
                    <a:lnL w="9525" cap="flat" cmpd="sng">
                      <a:solidFill>
                        <a:srgbClr val="999DC0"/>
                      </a:solidFill>
                      <a:prstDash val="solid"/>
                      <a:round/>
                      <a:headEnd type="none" w="sm" len="sm"/>
                      <a:tailEnd type="none" w="sm" len="sm"/>
                    </a:lnL>
                    <a:lnR w="9525" cap="flat" cmpd="sng" algn="ctr">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&lt;&lt;Patient Name&gt;&gt;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出⽣年</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9050" marB="0">
                    <a:lnL w="9525" cap="flat" cmpd="sng" algn="ctr">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b="0" i="0" dirty="0">
                          <a:latin typeface="Noto Sans SC" panose="020B0200000000000000" pitchFamily="34" charset="-128"/>
                          <a:ea typeface="Noto Sans SC" panose="020B0200000000000000" pitchFamily="34" charset="-128"/>
                          <a:cs typeface="Noto Sans Kannada" panose="020B0502040504020204" pitchFamily="34" charset="0"/>
                          <a:sym typeface="Arial"/>
                        </a:rPr>
                        <a:t>&lt;&lt;DOB&gt;&gt;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b="0" i="0" u="none" strike="noStrike" cap="none">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病歷號/⾝分證號</a:t>
                      </a:r>
                      <a:r>
                        <a:rPr lang="en-US" sz="900" b="0" i="0" u="none" strike="noStrike" cap="none">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905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Arial"/>
                        </a:rPr>
                        <a:t>&lt;&lt;MRN&gt;&gt;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extLst>
                  <a:ext uri="{0D108BD9-81ED-4DB2-BD59-A6C34878D82A}">
                    <a16:rowId xmlns:a16="http://schemas.microsoft.com/office/drawing/2014/main" val="10000"/>
                  </a:ext>
                </a:extLst>
              </a:tr>
              <a:tr h="479425">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採檢⽇期</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9050" marB="0">
                    <a:lnL w="9525" cap="flat" cmpd="sng">
                      <a:solidFill>
                        <a:srgbClr val="999DC0"/>
                      </a:solidFill>
                      <a:prstDash val="solid"/>
                      <a:round/>
                      <a:headEnd type="none" w="sm" len="sm"/>
                      <a:tailEnd type="none" w="sm" len="sm"/>
                    </a:lnL>
                    <a:lnR w="9525" cap="flat" cmpd="sng" algn="ctr">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&lt;&lt;Collection Date&gt;&gt;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065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檢體來源</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9050" marB="0">
                    <a:lnL w="9525" cap="flat" cmpd="sng" algn="ctr">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b="0" i="0" u="none" strike="noStrike" cap="none" dirty="0" err="1">
                          <a:latin typeface="Noto Sans SC" panose="020B0200000000000000" pitchFamily="34" charset="-128"/>
                          <a:ea typeface="Noto Sans SC" panose="020B0200000000000000" pitchFamily="34" charset="-128"/>
                          <a:cs typeface="Noto Sans Kannada" panose="020B0502040504020204" pitchFamily="34" charset="0"/>
                          <a:sym typeface="Arial"/>
                        </a:rPr>
                        <a:t>血液</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報告⽇期</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905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&lt;&lt;Report Date&gt;&gt;</a:t>
                      </a:r>
                      <a:endParaRPr lang="en-US"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extLst>
                  <a:ext uri="{0D108BD9-81ED-4DB2-BD59-A6C34878D82A}">
                    <a16:rowId xmlns:a16="http://schemas.microsoft.com/office/drawing/2014/main" val="10001"/>
                  </a:ext>
                </a:extLst>
              </a:tr>
              <a:tr h="480050">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檢體編號</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8425" marB="0">
                    <a:lnL w="9525" cap="flat" cmpd="sng">
                      <a:solidFill>
                        <a:srgbClr val="999DC0"/>
                      </a:solidFill>
                      <a:prstDash val="solid"/>
                      <a:round/>
                      <a:headEnd type="none" w="sm" len="sm"/>
                      <a:tailEnd type="none" w="sm" len="sm"/>
                    </a:lnL>
                    <a:lnR w="9525" cap="flat" cmpd="sng" algn="ctr">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a:latin typeface="Noto Sans SC" panose="020B0200000000000000" pitchFamily="34" charset="-128"/>
                          <a:ea typeface="Noto Sans SC" panose="020B0200000000000000" pitchFamily="34" charset="-128"/>
                          <a:cs typeface="Arial"/>
                          <a:sym typeface="Arial"/>
                        </a:rPr>
                        <a:t>&lt;&lt;Sample Number&gt;&gt;</a:t>
                      </a:r>
                      <a:endParaRPr lang="en-US"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檔案編號</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8425" marB="0">
                    <a:lnL w="9525" cap="flat" cmpd="sng" algn="ctr">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&lt;&lt;Order ID&gt;&gt;</a:t>
                      </a:r>
                      <a:endParaRPr lang="en-US"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產檢醫院</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8425"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lvl="0" indent="0" algn="ctr" rtl="0">
                        <a:spcBef>
                          <a:spcPts val="0"/>
                        </a:spcBef>
                        <a:spcAft>
                          <a:spcPts val="0"/>
                        </a:spcAft>
                        <a:buClr>
                          <a:schemeClr val="dk1"/>
                        </a:buClr>
                        <a:buFont typeface="Arial"/>
                        <a:buNone/>
                      </a:pPr>
                      <a:r>
                        <a:rPr lang="en-US" sz="900" b="0" i="0" dirty="0">
                          <a:latin typeface="Noto Sans SC" panose="020B0200000000000000" pitchFamily="34" charset="-128"/>
                          <a:ea typeface="Noto Sans SC" panose="020B0200000000000000" pitchFamily="34" charset="-128"/>
                          <a:cs typeface="Noto Sans Kannada" panose="020B0502040504020204" pitchFamily="34" charset="0"/>
                          <a:sym typeface="Arial"/>
                        </a:rPr>
                        <a:t>&lt;&lt;Hospital&gt;&gt;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extLst>
                  <a:ext uri="{0D108BD9-81ED-4DB2-BD59-A6C34878D82A}">
                    <a16:rowId xmlns:a16="http://schemas.microsoft.com/office/drawing/2014/main" val="10002"/>
                  </a:ext>
                </a:extLst>
              </a:tr>
              <a:tr h="474975">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懷孕胎數</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8425" marB="0">
                    <a:lnL w="9525" cap="flat" cmpd="sng">
                      <a:solidFill>
                        <a:srgbClr val="999DC0"/>
                      </a:solidFill>
                      <a:prstDash val="solid"/>
                      <a:round/>
                      <a:headEnd type="none" w="sm" len="sm"/>
                      <a:tailEnd type="none" w="sm" len="sm"/>
                    </a:lnL>
                    <a:lnR w="9525" cap="flat" cmpd="sng" algn="ctr">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solidFill>
                      <a:srgbClr val="4B5285"/>
                    </a:solidFill>
                  </a:tcPr>
                </a:tc>
                <a:tc>
                  <a:txBody>
                    <a:bodyPr/>
                    <a:lstStyle/>
                    <a:p>
                      <a:pPr marL="0" marR="0" lvl="0" indent="0" algn="ctr" rtl="0">
                        <a:lnSpc>
                          <a:spcPct val="100000"/>
                        </a:lnSpc>
                        <a:spcBef>
                          <a:spcPts val="0"/>
                        </a:spcBef>
                        <a:spcAft>
                          <a:spcPts val="0"/>
                        </a:spcAft>
                        <a:buNone/>
                      </a:pPr>
                      <a:r>
                        <a:rPr lang="en-US" sz="900" u="none" strike="noStrike" cap="none" dirty="0">
                          <a:latin typeface="Noto Sans SC" panose="020B0200000000000000" pitchFamily="34" charset="-128"/>
                          <a:ea typeface="Noto Sans SC" panose="020B0200000000000000" pitchFamily="34" charset="-128"/>
                          <a:cs typeface="Arial"/>
                          <a:sym typeface="Arial"/>
                        </a:rPr>
                        <a:t>&lt;&lt;Pregnancy Type&gt;&gt;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065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b="0" i="0" u="none" strike="noStrike" cap="none">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懷孕週數</a:t>
                      </a:r>
                      <a:r>
                        <a:rPr lang="en-US" sz="900" b="0" i="0" u="none" strike="noStrike" cap="none">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8425" marB="0">
                    <a:lnL w="9525" cap="flat" cmpd="sng" algn="ctr">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solidFill>
                      <a:srgbClr val="4B5285"/>
                    </a:solidFill>
                  </a:tcPr>
                </a:tc>
                <a:tc>
                  <a:txBody>
                    <a:bodyPr/>
                    <a:lstStyle/>
                    <a:p>
                      <a:pPr marL="0" marR="0" lvl="0" indent="0" algn="ctr" rtl="0">
                        <a:lnSpc>
                          <a:spcPct val="100000"/>
                        </a:lnSpc>
                        <a:spcBef>
                          <a:spcPts val="0"/>
                        </a:spcBef>
                        <a:spcAft>
                          <a:spcPts val="0"/>
                        </a:spcAft>
                        <a:buNone/>
                      </a:pPr>
                      <a:r>
                        <a:rPr lang="en-US" sz="900" b="0" i="0" dirty="0">
                          <a:latin typeface="Noto Sans SC" panose="020B0200000000000000" pitchFamily="34" charset="-128"/>
                          <a:ea typeface="Noto Sans SC" panose="020B0200000000000000" pitchFamily="34" charset="-128"/>
                          <a:cs typeface="Noto Sans Kannada" panose="020B0502040504020204" pitchFamily="34" charset="0"/>
                          <a:sym typeface="Arial"/>
                        </a:rPr>
                        <a:t>&lt;&lt;W&gt;&gt;</a:t>
                      </a:r>
                      <a:r>
                        <a:rPr lang="en-US" sz="900" b="0" i="0" u="none" strike="noStrike" cap="none" dirty="0" err="1">
                          <a:latin typeface="Noto Sans SC" panose="020B0200000000000000" pitchFamily="34" charset="-128"/>
                          <a:ea typeface="Noto Sans SC" panose="020B0200000000000000" pitchFamily="34" charset="-128"/>
                          <a:cs typeface="Noto Sans Kannada" panose="020B0502040504020204" pitchFamily="34" charset="0"/>
                          <a:sym typeface="Arial"/>
                        </a:rPr>
                        <a:t>週</a:t>
                      </a:r>
                      <a:r>
                        <a:rPr lang="en-US"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Arial"/>
                        </a:rPr>
                        <a:t> </a:t>
                      </a:r>
                      <a:r>
                        <a:rPr lang="en-US" sz="900" b="0" i="0" dirty="0">
                          <a:latin typeface="Noto Sans SC" panose="020B0200000000000000" pitchFamily="34" charset="-128"/>
                          <a:ea typeface="Noto Sans SC" panose="020B0200000000000000" pitchFamily="34" charset="-128"/>
                          <a:cs typeface="Noto Sans Kannada" panose="020B0502040504020204" pitchFamily="34" charset="0"/>
                          <a:sym typeface="Arial"/>
                        </a:rPr>
                        <a:t>&lt;&lt;D&gt;&gt;</a:t>
                      </a:r>
                      <a:r>
                        <a:rPr lang="en-US" sz="900" b="0" i="0" u="none" strike="noStrike" cap="none" dirty="0" err="1">
                          <a:latin typeface="Noto Sans SC" panose="020B0200000000000000" pitchFamily="34" charset="-128"/>
                          <a:ea typeface="Noto Sans SC" panose="020B0200000000000000" pitchFamily="34" charset="-128"/>
                          <a:cs typeface="Noto Sans Kannada" panose="020B0502040504020204" pitchFamily="34" charset="0"/>
                          <a:sym typeface="Arial"/>
                        </a:rPr>
                        <a:t>天</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Arial"/>
                      </a:endParaRPr>
                    </a:p>
                  </a:txBody>
                  <a:tcPr marL="0" marR="0" marT="12065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產檢醫師</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8425"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solidFill>
                      <a:srgbClr val="4B5285"/>
                    </a:solidFill>
                  </a:tcPr>
                </a:tc>
                <a:tc>
                  <a:txBody>
                    <a:bodyPr/>
                    <a:lstStyle/>
                    <a:p>
                      <a:pPr marL="0" marR="0" lvl="0" indent="0" algn="ctr" rtl="0">
                        <a:lnSpc>
                          <a:spcPct val="100000"/>
                        </a:lnSpc>
                        <a:spcBef>
                          <a:spcPts val="0"/>
                        </a:spcBef>
                        <a:spcAft>
                          <a:spcPts val="0"/>
                        </a:spcAft>
                        <a:buNone/>
                      </a:pPr>
                      <a:r>
                        <a:rPr lang="en-US" sz="900" b="0" i="0" dirty="0">
                          <a:latin typeface="Noto Sans SC" panose="020B0200000000000000" pitchFamily="34" charset="-128"/>
                          <a:ea typeface="Noto Sans SC" panose="020B0200000000000000" pitchFamily="34" charset="-128"/>
                          <a:cs typeface="Noto Sans Kannada" panose="020B0502040504020204" pitchFamily="34" charset="0"/>
                          <a:sym typeface="Arial"/>
                        </a:rPr>
                        <a:t>&lt;&lt;Doctor&gt;&gt;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51" name="Google Shape;51;p7"/>
          <p:cNvSpPr txBox="1"/>
          <p:nvPr/>
        </p:nvSpPr>
        <p:spPr>
          <a:xfrm>
            <a:off x="2719043" y="3831425"/>
            <a:ext cx="508541" cy="182101"/>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100" dirty="0" err="1">
                <a:solidFill>
                  <a:schemeClr val="tx1"/>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結果</a:t>
            </a:r>
            <a:endParaRPr sz="1100" dirty="0">
              <a:solidFill>
                <a:schemeClr val="tx1"/>
              </a:solidFill>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52" name="Google Shape;52;p7"/>
          <p:cNvSpPr txBox="1"/>
          <p:nvPr/>
        </p:nvSpPr>
        <p:spPr>
          <a:xfrm>
            <a:off x="669848" y="4178808"/>
            <a:ext cx="793192" cy="154529"/>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900" dirty="0" err="1">
                <a:latin typeface="Noto Sans SC" panose="020B0200000000000000" pitchFamily="34" charset="-128"/>
                <a:ea typeface="Noto Sans SC" panose="020B0200000000000000" pitchFamily="34" charset="-128"/>
                <a:cs typeface="Noto Sans Kannada" panose="020B0502040504020204" pitchFamily="34" charset="0"/>
                <a:sym typeface="Microsoft YaHei"/>
              </a:rPr>
              <a:t>唐⽒症</a:t>
            </a:r>
            <a:endParaRPr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53" name="Google Shape;53;p7"/>
          <p:cNvSpPr/>
          <p:nvPr/>
        </p:nvSpPr>
        <p:spPr>
          <a:xfrm>
            <a:off x="580072" y="4103522"/>
            <a:ext cx="67310" cy="304165"/>
          </a:xfrm>
          <a:custGeom>
            <a:avLst/>
            <a:gdLst/>
            <a:ahLst/>
            <a:cxnLst/>
            <a:rect l="l" t="t" r="r" b="b"/>
            <a:pathLst>
              <a:path w="67309"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55" name="Google Shape;55;p7"/>
          <p:cNvSpPr txBox="1"/>
          <p:nvPr/>
        </p:nvSpPr>
        <p:spPr>
          <a:xfrm>
            <a:off x="669848" y="4538713"/>
            <a:ext cx="928261" cy="154529"/>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900" dirty="0" err="1">
                <a:latin typeface="Noto Sans SC" panose="020B0200000000000000" pitchFamily="34" charset="-128"/>
                <a:ea typeface="Noto Sans SC" panose="020B0200000000000000" pitchFamily="34" charset="-128"/>
                <a:cs typeface="Noto Sans Kannada" panose="020B0502040504020204" pitchFamily="34" charset="0"/>
                <a:sym typeface="Microsoft YaHei"/>
              </a:rPr>
              <a:t>愛德華⽒症</a:t>
            </a:r>
            <a:endParaRPr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56" name="Google Shape;56;p7"/>
          <p:cNvSpPr/>
          <p:nvPr/>
        </p:nvSpPr>
        <p:spPr>
          <a:xfrm>
            <a:off x="580072" y="4463415"/>
            <a:ext cx="67310" cy="304165"/>
          </a:xfrm>
          <a:custGeom>
            <a:avLst/>
            <a:gdLst/>
            <a:ahLst/>
            <a:cxnLst/>
            <a:rect l="l" t="t" r="r" b="b"/>
            <a:pathLst>
              <a:path w="67309"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58" name="Google Shape;58;p7"/>
          <p:cNvSpPr txBox="1"/>
          <p:nvPr/>
        </p:nvSpPr>
        <p:spPr>
          <a:xfrm>
            <a:off x="669847" y="4898618"/>
            <a:ext cx="867759" cy="154529"/>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900" dirty="0" err="1">
                <a:latin typeface="Noto Sans SC" panose="020B0200000000000000" pitchFamily="34" charset="-128"/>
                <a:ea typeface="Noto Sans SC" panose="020B0200000000000000" pitchFamily="34" charset="-128"/>
                <a:cs typeface="Noto Sans Kannada" panose="020B0502040504020204" pitchFamily="34" charset="0"/>
                <a:sym typeface="Microsoft YaHei"/>
              </a:rPr>
              <a:t>巴陶⽒症</a:t>
            </a:r>
            <a:endParaRPr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59" name="Google Shape;59;p7"/>
          <p:cNvSpPr/>
          <p:nvPr/>
        </p:nvSpPr>
        <p:spPr>
          <a:xfrm>
            <a:off x="580072" y="4823320"/>
            <a:ext cx="67310" cy="304165"/>
          </a:xfrm>
          <a:custGeom>
            <a:avLst/>
            <a:gdLst/>
            <a:ahLst/>
            <a:cxnLst/>
            <a:rect l="l" t="t" r="r" b="b"/>
            <a:pathLst>
              <a:path w="67309"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61" name="Google Shape;61;p7"/>
          <p:cNvSpPr txBox="1"/>
          <p:nvPr/>
        </p:nvSpPr>
        <p:spPr>
          <a:xfrm>
            <a:off x="669848" y="5258510"/>
            <a:ext cx="1616152" cy="154529"/>
          </a:xfrm>
          <a:prstGeom prst="rect">
            <a:avLst/>
          </a:prstGeom>
          <a:noFill/>
          <a:ln>
            <a:noFill/>
          </a:ln>
        </p:spPr>
        <p:txBody>
          <a:bodyPr spcFirstLastPara="1" wrap="square" lIns="0" tIns="15875" rIns="0" bIns="0" anchor="t" anchorCtr="0">
            <a:spAutoFit/>
          </a:bodyPr>
          <a:lstStyle/>
          <a:p>
            <a:pPr marL="12700" lvl="0"/>
            <a:r>
              <a:rPr lang="ja-JP" altLang="en-US" sz="900">
                <a:latin typeface="Noto Sans SC" panose="020B0200000000000000" pitchFamily="34" charset="-128"/>
                <a:ea typeface="Noto Sans SC" panose="020B0200000000000000" pitchFamily="34" charset="-128"/>
                <a:cs typeface="Noto Sans Kannada" panose="020B0502040504020204" pitchFamily="34" charset="0"/>
                <a:sym typeface="Microsoft YaHei"/>
              </a:rPr>
              <a:t>性染色體</a:t>
            </a:r>
            <a:r>
              <a:rPr lang="en-US"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rPr>
              <a:t>XO(</a:t>
            </a:r>
            <a:r>
              <a:rPr lang="ja-JP" altLang="en-US" sz="900">
                <a:latin typeface="Noto Sans SC" panose="020B0200000000000000" pitchFamily="34" charset="-128"/>
                <a:ea typeface="Noto Sans SC" panose="020B0200000000000000" pitchFamily="34" charset="-128"/>
                <a:cs typeface="Noto Sans Kannada" panose="020B0502040504020204" pitchFamily="34" charset="0"/>
                <a:sym typeface="Microsoft YaHei"/>
              </a:rPr>
              <a:t>透納氏症</a:t>
            </a:r>
            <a:r>
              <a:rPr lang="en-US" altLang="ja-JP"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lang="ja-JP" altLang="en-US"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62" name="Google Shape;62;p7"/>
          <p:cNvSpPr/>
          <p:nvPr/>
        </p:nvSpPr>
        <p:spPr>
          <a:xfrm>
            <a:off x="580072" y="5183225"/>
            <a:ext cx="67310" cy="304165"/>
          </a:xfrm>
          <a:custGeom>
            <a:avLst/>
            <a:gdLst/>
            <a:ahLst/>
            <a:cxnLst/>
            <a:rect l="l" t="t" r="r" b="b"/>
            <a:pathLst>
              <a:path w="67309"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64" name="Google Shape;64;p7"/>
          <p:cNvSpPr txBox="1"/>
          <p:nvPr/>
        </p:nvSpPr>
        <p:spPr>
          <a:xfrm>
            <a:off x="669848" y="5618416"/>
            <a:ext cx="1616152" cy="154529"/>
          </a:xfrm>
          <a:prstGeom prst="rect">
            <a:avLst/>
          </a:prstGeom>
          <a:noFill/>
          <a:ln>
            <a:noFill/>
          </a:ln>
        </p:spPr>
        <p:txBody>
          <a:bodyPr spcFirstLastPara="1" wrap="square" lIns="0" tIns="15875" rIns="0" bIns="0" anchor="t" anchorCtr="0">
            <a:spAutoFit/>
          </a:bodyPr>
          <a:lstStyle/>
          <a:p>
            <a:pPr marL="12700" lvl="0"/>
            <a:r>
              <a:rPr lang="ja-JP" altLang="en-US" sz="900">
                <a:latin typeface="Noto Sans SC" panose="020B0200000000000000" pitchFamily="34" charset="-128"/>
                <a:ea typeface="Noto Sans SC" panose="020B0200000000000000" pitchFamily="34" charset="-128"/>
                <a:cs typeface="Noto Sans Kannada" panose="020B0502040504020204" pitchFamily="34" charset="0"/>
                <a:sym typeface="Microsoft YaHei"/>
              </a:rPr>
              <a:t>性染色體</a:t>
            </a:r>
            <a:r>
              <a:rPr lang="en-US"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rPr>
              <a:t>XXX(</a:t>
            </a:r>
            <a:r>
              <a:rPr lang="ja-JP" altLang="en-US" sz="900">
                <a:latin typeface="Noto Sans SC" panose="020B0200000000000000" pitchFamily="34" charset="-128"/>
                <a:ea typeface="Noto Sans SC" panose="020B0200000000000000" pitchFamily="34" charset="-128"/>
                <a:cs typeface="Noto Sans Kannada" panose="020B0502040504020204" pitchFamily="34" charset="0"/>
                <a:sym typeface="Microsoft YaHei"/>
              </a:rPr>
              <a:t>三體</a:t>
            </a:r>
            <a:r>
              <a:rPr lang="en-US"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rPr>
              <a:t>X</a:t>
            </a:r>
            <a:r>
              <a:rPr lang="ja-JP" altLang="en-US" sz="900">
                <a:latin typeface="Noto Sans SC" panose="020B0200000000000000" pitchFamily="34" charset="-128"/>
                <a:ea typeface="Noto Sans SC" panose="020B0200000000000000" pitchFamily="34" charset="-128"/>
                <a:cs typeface="Noto Sans Kannada" panose="020B0502040504020204" pitchFamily="34" charset="0"/>
                <a:sym typeface="Microsoft YaHei"/>
              </a:rPr>
              <a:t>症</a:t>
            </a:r>
            <a:r>
              <a:rPr lang="en-US" altLang="ja-JP"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lang="ja-JP" altLang="en-US"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65" name="Google Shape;65;p7"/>
          <p:cNvSpPr/>
          <p:nvPr/>
        </p:nvSpPr>
        <p:spPr>
          <a:xfrm>
            <a:off x="580072" y="5543131"/>
            <a:ext cx="67310" cy="304165"/>
          </a:xfrm>
          <a:custGeom>
            <a:avLst/>
            <a:gdLst/>
            <a:ahLst/>
            <a:cxnLst/>
            <a:rect l="l" t="t" r="r" b="b"/>
            <a:pathLst>
              <a:path w="67309"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67" name="Google Shape;67;p7"/>
          <p:cNvSpPr txBox="1"/>
          <p:nvPr/>
        </p:nvSpPr>
        <p:spPr>
          <a:xfrm>
            <a:off x="669848" y="5978322"/>
            <a:ext cx="1778384" cy="154529"/>
          </a:xfrm>
          <a:prstGeom prst="rect">
            <a:avLst/>
          </a:prstGeom>
          <a:noFill/>
          <a:ln>
            <a:noFill/>
          </a:ln>
        </p:spPr>
        <p:txBody>
          <a:bodyPr spcFirstLastPara="1" wrap="square" lIns="0" tIns="15875" rIns="0" bIns="0" anchor="t" anchorCtr="0">
            <a:spAutoFit/>
          </a:bodyPr>
          <a:lstStyle/>
          <a:p>
            <a:pPr marL="12700" lvl="0"/>
            <a:r>
              <a:rPr lang="ja-JP" altLang="en-US" sz="900">
                <a:latin typeface="Noto Sans SC" panose="020B0200000000000000" pitchFamily="34" charset="-128"/>
                <a:ea typeface="Noto Sans SC" panose="020B0200000000000000" pitchFamily="34" charset="-128"/>
                <a:cs typeface="Noto Sans Kannada" panose="020B0502040504020204" pitchFamily="34" charset="0"/>
                <a:sym typeface="Microsoft YaHei"/>
              </a:rPr>
              <a:t>性染色體</a:t>
            </a:r>
            <a:r>
              <a:rPr lang="en-US"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rPr>
              <a:t>XXY(</a:t>
            </a:r>
            <a:r>
              <a:rPr lang="ja-JP" altLang="en-US" sz="900">
                <a:latin typeface="Noto Sans SC" panose="020B0200000000000000" pitchFamily="34" charset="-128"/>
                <a:ea typeface="Noto Sans SC" panose="020B0200000000000000" pitchFamily="34" charset="-128"/>
                <a:cs typeface="Noto Sans Kannada" panose="020B0502040504020204" pitchFamily="34" charset="0"/>
                <a:sym typeface="Microsoft YaHei"/>
              </a:rPr>
              <a:t>柯林菲特氏症</a:t>
            </a:r>
            <a:r>
              <a:rPr lang="en-US" altLang="ja-JP"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lang="ja-JP" altLang="en-US"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68" name="Google Shape;68;p7"/>
          <p:cNvSpPr/>
          <p:nvPr/>
        </p:nvSpPr>
        <p:spPr>
          <a:xfrm>
            <a:off x="580072" y="5903023"/>
            <a:ext cx="67310" cy="304165"/>
          </a:xfrm>
          <a:custGeom>
            <a:avLst/>
            <a:gdLst/>
            <a:ahLst/>
            <a:cxnLst/>
            <a:rect l="l" t="t" r="r" b="b"/>
            <a:pathLst>
              <a:path w="67309"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70" name="Google Shape;70;p7"/>
          <p:cNvSpPr txBox="1"/>
          <p:nvPr/>
        </p:nvSpPr>
        <p:spPr>
          <a:xfrm>
            <a:off x="669848" y="6338227"/>
            <a:ext cx="1644442" cy="154529"/>
          </a:xfrm>
          <a:prstGeom prst="rect">
            <a:avLst/>
          </a:prstGeom>
          <a:noFill/>
          <a:ln>
            <a:noFill/>
          </a:ln>
        </p:spPr>
        <p:txBody>
          <a:bodyPr spcFirstLastPara="1" wrap="square" lIns="0" tIns="15875" rIns="0" bIns="0" anchor="t" anchorCtr="0">
            <a:spAutoFit/>
          </a:bodyPr>
          <a:lstStyle/>
          <a:p>
            <a:pPr marL="12700" lvl="0"/>
            <a:r>
              <a:rPr lang="ja-JP" altLang="en-US" sz="900">
                <a:latin typeface="Noto Sans SC" panose="020B0200000000000000" pitchFamily="34" charset="-128"/>
                <a:ea typeface="Noto Sans SC" panose="020B0200000000000000" pitchFamily="34" charset="-128"/>
                <a:cs typeface="Noto Sans Kannada" panose="020B0502040504020204" pitchFamily="34" charset="0"/>
                <a:sym typeface="Microsoft YaHei"/>
              </a:rPr>
              <a:t>性染色體</a:t>
            </a:r>
            <a:r>
              <a:rPr lang="en-US"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rPr>
              <a:t>XYY(XYY</a:t>
            </a:r>
            <a:r>
              <a:rPr lang="ja-JP" altLang="en-US" sz="900">
                <a:latin typeface="Noto Sans SC" panose="020B0200000000000000" pitchFamily="34" charset="-128"/>
                <a:ea typeface="Noto Sans SC" panose="020B0200000000000000" pitchFamily="34" charset="-128"/>
                <a:cs typeface="Noto Sans Kannada" panose="020B0502040504020204" pitchFamily="34" charset="0"/>
                <a:sym typeface="Microsoft YaHei"/>
              </a:rPr>
              <a:t>綜合症</a:t>
            </a:r>
            <a:r>
              <a:rPr lang="en-US" altLang="ja-JP"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lang="ja-JP" altLang="en-US"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71" name="Google Shape;71;p7"/>
          <p:cNvSpPr/>
          <p:nvPr/>
        </p:nvSpPr>
        <p:spPr>
          <a:xfrm>
            <a:off x="580072" y="6262928"/>
            <a:ext cx="67310" cy="304165"/>
          </a:xfrm>
          <a:custGeom>
            <a:avLst/>
            <a:gdLst/>
            <a:ahLst/>
            <a:cxnLst/>
            <a:rect l="l" t="t" r="r" b="b"/>
            <a:pathLst>
              <a:path w="67309" h="304165"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85" name="Google Shape;85;p7"/>
          <p:cNvSpPr/>
          <p:nvPr/>
        </p:nvSpPr>
        <p:spPr>
          <a:xfrm>
            <a:off x="535787" y="4054462"/>
            <a:ext cx="3265804" cy="0"/>
          </a:xfrm>
          <a:custGeom>
            <a:avLst/>
            <a:gdLst/>
            <a:ahLst/>
            <a:cxnLst/>
            <a:rect l="l" t="t" r="r" b="b"/>
            <a:pathLst>
              <a:path w="3265804" h="120000" extrusionOk="0">
                <a:moveTo>
                  <a:pt x="0" y="0"/>
                </a:moveTo>
                <a:lnTo>
                  <a:pt x="1507236" y="0"/>
                </a:lnTo>
              </a:path>
              <a:path w="3265804" h="120000" extrusionOk="0">
                <a:moveTo>
                  <a:pt x="1511998" y="0"/>
                </a:moveTo>
                <a:lnTo>
                  <a:pt x="3146602" y="0"/>
                </a:lnTo>
              </a:path>
              <a:path w="3265804" h="120000" extrusionOk="0">
                <a:moveTo>
                  <a:pt x="3151365" y="0"/>
                </a:moveTo>
                <a:lnTo>
                  <a:pt x="3265665" y="0"/>
                </a:lnTo>
              </a:path>
            </a:pathLst>
          </a:custGeom>
          <a:noFill/>
          <a:ln w="95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86" name="Google Shape;86;p7"/>
          <p:cNvSpPr txBox="1"/>
          <p:nvPr/>
        </p:nvSpPr>
        <p:spPr>
          <a:xfrm>
            <a:off x="3956874" y="3831425"/>
            <a:ext cx="676085" cy="182101"/>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100" dirty="0" err="1">
                <a:solidFill>
                  <a:schemeClr val="tx1"/>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染色體</a:t>
            </a:r>
            <a:endParaRPr sz="1100" dirty="0">
              <a:solidFill>
                <a:schemeClr val="tx1"/>
              </a:solidFill>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87" name="Google Shape;87;p7"/>
          <p:cNvSpPr txBox="1"/>
          <p:nvPr/>
        </p:nvSpPr>
        <p:spPr>
          <a:xfrm>
            <a:off x="5337375" y="3550325"/>
            <a:ext cx="2004951" cy="185307"/>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1100" dirty="0" err="1">
                <a:solidFill>
                  <a:schemeClr val="tx1"/>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胎兒染⾊體濃度</a:t>
            </a:r>
            <a:r>
              <a:rPr lang="en-US" sz="1100" dirty="0">
                <a:solidFill>
                  <a:schemeClr val="tx1"/>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 &lt;&lt;FF_YFF&gt;&gt;%</a:t>
            </a:r>
            <a:endParaRPr sz="1100" dirty="0">
              <a:solidFill>
                <a:schemeClr val="tx1"/>
              </a:solidFill>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88" name="Google Shape;88;p7"/>
          <p:cNvSpPr txBox="1"/>
          <p:nvPr/>
        </p:nvSpPr>
        <p:spPr>
          <a:xfrm>
            <a:off x="4059351" y="4178808"/>
            <a:ext cx="1155882" cy="154529"/>
          </a:xfrm>
          <a:prstGeom prst="rect">
            <a:avLst/>
          </a:prstGeom>
          <a:noFill/>
          <a:ln>
            <a:noFill/>
          </a:ln>
        </p:spPr>
        <p:txBody>
          <a:bodyPr spcFirstLastPara="1" wrap="square" lIns="0" tIns="15875" rIns="0" bIns="0" anchor="t" anchorCtr="0">
            <a:spAutoFit/>
          </a:bodyPr>
          <a:lstStyle/>
          <a:p>
            <a:pPr marL="12700" lvl="0"/>
            <a:r>
              <a:rPr lang="ja-JP" altLang="en-US" sz="900">
                <a:latin typeface="Noto Sans SC" panose="020B0200000000000000" pitchFamily="34" charset="-128"/>
                <a:ea typeface="Noto Sans SC" panose="020B0200000000000000" pitchFamily="34" charset="-128"/>
                <a:cs typeface="Noto Sans Kannada" panose="020B0502040504020204" pitchFamily="34" charset="0"/>
                <a:sym typeface="Microsoft YaHei"/>
              </a:rPr>
              <a:t>迪喬治症候群</a:t>
            </a:r>
            <a:endParaRPr lang="ja-JP" altLang="en-US"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89" name="Google Shape;89;p7"/>
          <p:cNvSpPr/>
          <p:nvPr/>
        </p:nvSpPr>
        <p:spPr>
          <a:xfrm>
            <a:off x="3969575" y="4103522"/>
            <a:ext cx="67310" cy="304165"/>
          </a:xfrm>
          <a:custGeom>
            <a:avLst/>
            <a:gdLst/>
            <a:ahLst/>
            <a:cxnLst/>
            <a:rect l="l" t="t" r="r" b="b"/>
            <a:pathLst>
              <a:path w="67310"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115" name="Google Shape;115;p7"/>
          <p:cNvSpPr/>
          <p:nvPr/>
        </p:nvSpPr>
        <p:spPr>
          <a:xfrm>
            <a:off x="3806215" y="4054462"/>
            <a:ext cx="3265804" cy="0"/>
          </a:xfrm>
          <a:custGeom>
            <a:avLst/>
            <a:gdLst/>
            <a:ahLst/>
            <a:cxnLst/>
            <a:rect l="l" t="t" r="r" b="b"/>
            <a:pathLst>
              <a:path w="3265804" h="120000" extrusionOk="0">
                <a:moveTo>
                  <a:pt x="0" y="0"/>
                </a:moveTo>
                <a:lnTo>
                  <a:pt x="114300" y="0"/>
                </a:lnTo>
              </a:path>
              <a:path w="3265804" h="120000" extrusionOk="0">
                <a:moveTo>
                  <a:pt x="119062" y="0"/>
                </a:moveTo>
                <a:lnTo>
                  <a:pt x="1796364" y="0"/>
                </a:lnTo>
              </a:path>
              <a:path w="3265804" h="120000" extrusionOk="0">
                <a:moveTo>
                  <a:pt x="1801126" y="0"/>
                </a:moveTo>
                <a:lnTo>
                  <a:pt x="3265678" y="0"/>
                </a:lnTo>
              </a:path>
            </a:pathLst>
          </a:custGeom>
          <a:noFill/>
          <a:ln w="95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116" name="Google Shape;116;p7"/>
          <p:cNvSpPr/>
          <p:nvPr/>
        </p:nvSpPr>
        <p:spPr>
          <a:xfrm>
            <a:off x="533400" y="8136204"/>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117" name="Google Shape;117;p7"/>
          <p:cNvSpPr txBox="1"/>
          <p:nvPr/>
        </p:nvSpPr>
        <p:spPr>
          <a:xfrm>
            <a:off x="568325" y="8209978"/>
            <a:ext cx="4830445" cy="296871"/>
          </a:xfrm>
          <a:prstGeom prst="rect">
            <a:avLst/>
          </a:prstGeom>
          <a:noFill/>
          <a:ln>
            <a:noFill/>
          </a:ln>
        </p:spPr>
        <p:txBody>
          <a:bodyPr spcFirstLastPara="1" wrap="square" lIns="0" tIns="40000" rIns="0" bIns="0" anchor="t" anchorCtr="0">
            <a:spAutoFit/>
          </a:bodyPr>
          <a:lstStyle/>
          <a:p>
            <a:pPr marL="87630" lvl="0" indent="-74930" algn="l" rtl="0">
              <a:lnSpc>
                <a:spcPct val="100000"/>
              </a:lnSpc>
              <a:spcBef>
                <a:spcPts val="0"/>
              </a:spcBef>
              <a:spcAft>
                <a:spcPts val="0"/>
              </a:spcAft>
              <a:buClr>
                <a:srgbClr val="FF1317"/>
              </a:buClr>
              <a:buSzPts val="750"/>
              <a:buFont typeface="Microsoft YaHei"/>
              <a:buChar char="*"/>
            </a:pPr>
            <a:r>
              <a:rPr lang="en-US" sz="750">
                <a:solidFill>
                  <a:srgbClr val="FF1317"/>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NIPT僅是篩檢，並非最終診斷，報告結果僅供醫療人員參考，其臨床意義及建議需由臨床醫師做綜合評估。</a:t>
            </a:r>
            <a:endParaRPr sz="75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p>
            <a:pPr marL="87630" lvl="0" indent="-74930" algn="l" rtl="0">
              <a:lnSpc>
                <a:spcPct val="100000"/>
              </a:lnSpc>
              <a:spcBef>
                <a:spcPts val="225"/>
              </a:spcBef>
              <a:spcAft>
                <a:spcPts val="0"/>
              </a:spcAft>
              <a:buClr>
                <a:srgbClr val="FF1317"/>
              </a:buClr>
              <a:buSzPts val="750"/>
              <a:buFont typeface="Microsoft YaHei"/>
              <a:buChar char="*"/>
            </a:pPr>
            <a:r>
              <a:rPr lang="en-US" sz="750">
                <a:solidFill>
                  <a:srgbClr val="FF1317"/>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篩檢後，建議搭配高層次超音波檢查，才能確認胎兒是否具有構造異常。</a:t>
            </a:r>
            <a:endParaRPr sz="75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118" name="Google Shape;118;p7"/>
          <p:cNvSpPr/>
          <p:nvPr/>
        </p:nvSpPr>
        <p:spPr>
          <a:xfrm>
            <a:off x="533400" y="8619655"/>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121" name="Google Shape;121;p7"/>
          <p:cNvSpPr/>
          <p:nvPr/>
        </p:nvSpPr>
        <p:spPr>
          <a:xfrm>
            <a:off x="385762" y="3399332"/>
            <a:ext cx="6788784" cy="6562725"/>
          </a:xfrm>
          <a:custGeom>
            <a:avLst/>
            <a:gdLst/>
            <a:ahLst/>
            <a:cxnLst/>
            <a:rect l="l" t="t" r="r" b="b"/>
            <a:pathLst>
              <a:path w="6788784" h="6562725" extrusionOk="0">
                <a:moveTo>
                  <a:pt x="6762026" y="26504"/>
                </a:moveTo>
                <a:lnTo>
                  <a:pt x="6724312" y="3905"/>
                </a:lnTo>
                <a:lnTo>
                  <a:pt x="6698043" y="0"/>
                </a:lnTo>
                <a:lnTo>
                  <a:pt x="90487" y="0"/>
                </a:lnTo>
                <a:lnTo>
                  <a:pt x="47832" y="10695"/>
                </a:lnTo>
                <a:lnTo>
                  <a:pt x="33083" y="20547"/>
                </a:lnTo>
                <a:lnTo>
                  <a:pt x="26504" y="26504"/>
                </a:lnTo>
              </a:path>
              <a:path w="6788784" h="6562725" extrusionOk="0">
                <a:moveTo>
                  <a:pt x="26504" y="6535686"/>
                </a:moveTo>
                <a:lnTo>
                  <a:pt x="64218" y="6558296"/>
                </a:lnTo>
                <a:lnTo>
                  <a:pt x="90487" y="6562191"/>
                </a:lnTo>
                <a:lnTo>
                  <a:pt x="6693281" y="6562191"/>
                </a:lnTo>
                <a:lnTo>
                  <a:pt x="6732676" y="6555308"/>
                </a:lnTo>
                <a:lnTo>
                  <a:pt x="6755447" y="6541651"/>
                </a:lnTo>
                <a:lnTo>
                  <a:pt x="6762026" y="6535686"/>
                </a:lnTo>
              </a:path>
              <a:path w="6788784" h="6562725" extrusionOk="0">
                <a:moveTo>
                  <a:pt x="26504" y="26504"/>
                </a:moveTo>
                <a:lnTo>
                  <a:pt x="3895" y="64225"/>
                </a:lnTo>
                <a:lnTo>
                  <a:pt x="0" y="90487"/>
                </a:lnTo>
                <a:lnTo>
                  <a:pt x="0" y="6466941"/>
                </a:lnTo>
                <a:lnTo>
                  <a:pt x="6883" y="6506336"/>
                </a:lnTo>
                <a:lnTo>
                  <a:pt x="20540" y="6529109"/>
                </a:lnTo>
                <a:lnTo>
                  <a:pt x="26504" y="6535686"/>
                </a:lnTo>
              </a:path>
              <a:path w="6788784" h="6562725" extrusionOk="0">
                <a:moveTo>
                  <a:pt x="6762026" y="6535686"/>
                </a:moveTo>
                <a:lnTo>
                  <a:pt x="6784635" y="6497973"/>
                </a:lnTo>
                <a:lnTo>
                  <a:pt x="6788531" y="6471704"/>
                </a:lnTo>
                <a:lnTo>
                  <a:pt x="6788531" y="95250"/>
                </a:lnTo>
                <a:lnTo>
                  <a:pt x="6781647" y="55867"/>
                </a:lnTo>
                <a:lnTo>
                  <a:pt x="6767990" y="33089"/>
                </a:lnTo>
                <a:lnTo>
                  <a:pt x="6762026" y="26504"/>
                </a:lnTo>
              </a:path>
            </a:pathLst>
          </a:custGeom>
          <a:noFill/>
          <a:ln w="95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122" name="Google Shape;122;p7"/>
          <p:cNvSpPr txBox="1"/>
          <p:nvPr/>
        </p:nvSpPr>
        <p:spPr>
          <a:xfrm>
            <a:off x="520700" y="3503225"/>
            <a:ext cx="1860900" cy="514223"/>
          </a:xfrm>
          <a:prstGeom prst="rect">
            <a:avLst/>
          </a:prstGeom>
          <a:noFill/>
          <a:ln>
            <a:noFill/>
          </a:ln>
        </p:spPr>
        <p:txBody>
          <a:bodyPr spcFirstLastPara="1" wrap="square" lIns="0" tIns="13950" rIns="0" bIns="0" anchor="t" anchorCtr="0">
            <a:spAutoFit/>
          </a:bodyPr>
          <a:lstStyle/>
          <a:p>
            <a:pPr marL="12700" lvl="0"/>
            <a:r>
              <a:rPr lang="en-US" sz="1100" dirty="0">
                <a:solidFill>
                  <a:schemeClr val="tx1"/>
                </a:solidFill>
                <a:latin typeface="Noto Sans SC" panose="020B0200000000000000" pitchFamily="34" charset="-128"/>
                <a:ea typeface="Noto Sans SC" panose="020B0200000000000000" pitchFamily="34" charset="-128"/>
                <a:cs typeface="Calibri" panose="020F0502020204030204" pitchFamily="34" charset="0"/>
                <a:sym typeface="Microsoft YaHei"/>
              </a:rPr>
              <a:t>&lt;&lt;Result_MDResult&gt;&gt;</a:t>
            </a:r>
          </a:p>
          <a:p>
            <a:pPr marL="59055" lvl="0" indent="0" algn="l" rtl="0">
              <a:lnSpc>
                <a:spcPct val="100000"/>
              </a:lnSpc>
              <a:spcBef>
                <a:spcPts val="1195"/>
              </a:spcBef>
              <a:spcAft>
                <a:spcPts val="0"/>
              </a:spcAft>
              <a:buNone/>
            </a:pPr>
            <a:r>
              <a:rPr lang="en-US" sz="1100" dirty="0" err="1">
                <a:solidFill>
                  <a:schemeClr val="tx1"/>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染色體</a:t>
            </a:r>
            <a:endParaRPr sz="1100" dirty="0">
              <a:solidFill>
                <a:schemeClr val="tx1"/>
              </a:solidFill>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2" name="Google Shape;51;p7">
            <a:extLst>
              <a:ext uri="{FF2B5EF4-FFF2-40B4-BE49-F238E27FC236}">
                <a16:creationId xmlns:a16="http://schemas.microsoft.com/office/drawing/2014/main" id="{D541E7FC-9FA5-2A20-D65C-FB95B5C847F7}"/>
              </a:ext>
            </a:extLst>
          </p:cNvPr>
          <p:cNvSpPr txBox="1"/>
          <p:nvPr/>
        </p:nvSpPr>
        <p:spPr>
          <a:xfrm>
            <a:off x="6098666" y="3832399"/>
            <a:ext cx="508541" cy="182101"/>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100" dirty="0" err="1">
                <a:solidFill>
                  <a:schemeClr val="tx1"/>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結果</a:t>
            </a:r>
            <a:endParaRPr sz="1100" dirty="0">
              <a:solidFill>
                <a:schemeClr val="tx1"/>
              </a:solidFill>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3" name="Google Shape;54;p7">
            <a:extLst>
              <a:ext uri="{FF2B5EF4-FFF2-40B4-BE49-F238E27FC236}">
                <a16:creationId xmlns:a16="http://schemas.microsoft.com/office/drawing/2014/main" id="{E1198906-A323-749A-1FA2-92EDEFCB2D65}"/>
              </a:ext>
            </a:extLst>
          </p:cNvPr>
          <p:cNvSpPr txBox="1"/>
          <p:nvPr/>
        </p:nvSpPr>
        <p:spPr>
          <a:xfrm>
            <a:off x="2797745" y="4178808"/>
            <a:ext cx="1087200" cy="151323"/>
          </a:xfrm>
          <a:prstGeom prst="rect">
            <a:avLst/>
          </a:prstGeom>
          <a:noFill/>
          <a:ln>
            <a:noFill/>
          </a:ln>
        </p:spPr>
        <p:txBody>
          <a:bodyPr spcFirstLastPara="1" wrap="square" lIns="0" tIns="12700" rIns="0" bIns="0" anchor="t" anchorCtr="0">
            <a:spAutoFit/>
          </a:bodyPr>
          <a:lstStyle/>
          <a:p>
            <a:pPr marL="12700" lvl="0"/>
            <a:r>
              <a:rPr lang="en-US" sz="900" dirty="0">
                <a:solidFill>
                  <a:srgbClr val="4B5285"/>
                </a:solidFill>
                <a:latin typeface="Noto Sans SC" panose="020B0200000000000000" pitchFamily="34" charset="-128"/>
                <a:ea typeface="Noto Sans SC" panose="020B0200000000000000" pitchFamily="34" charset="-128"/>
                <a:cs typeface="Calibri" panose="020F0502020204030204" pitchFamily="34" charset="0"/>
                <a:sym typeface="Microsoft YaHei"/>
              </a:rPr>
              <a:t>&lt;&lt;T21 Result&gt;&gt;</a:t>
            </a:r>
            <a:endParaRPr lang="en-US"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4" name="Google Shape;57;p7">
            <a:extLst>
              <a:ext uri="{FF2B5EF4-FFF2-40B4-BE49-F238E27FC236}">
                <a16:creationId xmlns:a16="http://schemas.microsoft.com/office/drawing/2014/main" id="{4340CCB7-D9C3-7833-C704-0126F139A4F9}"/>
              </a:ext>
            </a:extLst>
          </p:cNvPr>
          <p:cNvSpPr txBox="1"/>
          <p:nvPr/>
        </p:nvSpPr>
        <p:spPr>
          <a:xfrm>
            <a:off x="2797745" y="4538713"/>
            <a:ext cx="1087200" cy="151323"/>
          </a:xfrm>
          <a:prstGeom prst="rect">
            <a:avLst/>
          </a:prstGeom>
          <a:noFill/>
          <a:ln>
            <a:noFill/>
          </a:ln>
        </p:spPr>
        <p:txBody>
          <a:bodyPr spcFirstLastPara="1" wrap="square" lIns="0" tIns="12700" rIns="0" bIns="0" anchor="t" anchorCtr="0">
            <a:spAutoFit/>
          </a:bodyPr>
          <a:lstStyle/>
          <a:p>
            <a:pPr marL="12700" lvl="0"/>
            <a:r>
              <a:rPr lang="en-US" sz="900" dirty="0">
                <a:solidFill>
                  <a:srgbClr val="4B5285"/>
                </a:solidFill>
                <a:latin typeface="Noto Sans SC" panose="020B0200000000000000" pitchFamily="34" charset="-128"/>
                <a:ea typeface="Noto Sans SC" panose="020B0200000000000000" pitchFamily="34" charset="-128"/>
                <a:cs typeface="Calibri" panose="020F0502020204030204" pitchFamily="34" charset="0"/>
                <a:sym typeface="Microsoft YaHei"/>
              </a:rPr>
              <a:t>&lt;&lt;T18 Result&gt;&gt;</a:t>
            </a:r>
            <a:endParaRPr lang="en-US"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5" name="Google Shape;60;p7">
            <a:extLst>
              <a:ext uri="{FF2B5EF4-FFF2-40B4-BE49-F238E27FC236}">
                <a16:creationId xmlns:a16="http://schemas.microsoft.com/office/drawing/2014/main" id="{AA31ADF5-F5AC-E68B-8A10-3EFCEED08B20}"/>
              </a:ext>
            </a:extLst>
          </p:cNvPr>
          <p:cNvSpPr txBox="1"/>
          <p:nvPr/>
        </p:nvSpPr>
        <p:spPr>
          <a:xfrm>
            <a:off x="2797745" y="4898618"/>
            <a:ext cx="1087200" cy="151323"/>
          </a:xfrm>
          <a:prstGeom prst="rect">
            <a:avLst/>
          </a:prstGeom>
          <a:noFill/>
          <a:ln>
            <a:noFill/>
          </a:ln>
        </p:spPr>
        <p:txBody>
          <a:bodyPr spcFirstLastPara="1" wrap="square" lIns="0" tIns="12700" rIns="0" bIns="0" anchor="t" anchorCtr="0">
            <a:spAutoFit/>
          </a:bodyPr>
          <a:lstStyle/>
          <a:p>
            <a:pPr marL="12700" lvl="0"/>
            <a:r>
              <a:rPr lang="en-US" sz="900" dirty="0">
                <a:solidFill>
                  <a:srgbClr val="4B5285"/>
                </a:solidFill>
                <a:latin typeface="Noto Sans SC" panose="020B0200000000000000" pitchFamily="34" charset="-128"/>
                <a:ea typeface="Noto Sans SC" panose="020B0200000000000000" pitchFamily="34" charset="-128"/>
                <a:cs typeface="Calibri" panose="020F0502020204030204" pitchFamily="34" charset="0"/>
                <a:sym typeface="Microsoft YaHei"/>
              </a:rPr>
              <a:t>&lt;&lt;T13 Result&gt;&gt;</a:t>
            </a:r>
            <a:endParaRPr lang="en-US"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6" name="Google Shape;72;p7">
            <a:extLst>
              <a:ext uri="{FF2B5EF4-FFF2-40B4-BE49-F238E27FC236}">
                <a16:creationId xmlns:a16="http://schemas.microsoft.com/office/drawing/2014/main" id="{0C2CD6B9-2246-89F3-EBBE-249EC373A142}"/>
              </a:ext>
            </a:extLst>
          </p:cNvPr>
          <p:cNvSpPr txBox="1"/>
          <p:nvPr/>
        </p:nvSpPr>
        <p:spPr>
          <a:xfrm>
            <a:off x="2797745" y="5262681"/>
            <a:ext cx="1087200" cy="15132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900" dirty="0">
                <a:solidFill>
                  <a:srgbClr val="4B5285"/>
                </a:solidFill>
                <a:latin typeface="Noto Sans SC" panose="020B0200000000000000" pitchFamily="34" charset="-128"/>
                <a:ea typeface="Noto Sans SC" panose="020B0200000000000000" pitchFamily="34" charset="-128"/>
                <a:cs typeface="Calibri" panose="020F0502020204030204" pitchFamily="34" charset="0"/>
                <a:sym typeface="Microsoft YaHei"/>
              </a:rPr>
              <a:t>&lt;&lt;XO Result&gt;&gt;</a:t>
            </a:r>
            <a:endParaRPr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7" name="Google Shape;75;p7">
            <a:extLst>
              <a:ext uri="{FF2B5EF4-FFF2-40B4-BE49-F238E27FC236}">
                <a16:creationId xmlns:a16="http://schemas.microsoft.com/office/drawing/2014/main" id="{F7F7529C-6701-72C9-47C5-76329978B660}"/>
              </a:ext>
            </a:extLst>
          </p:cNvPr>
          <p:cNvSpPr txBox="1"/>
          <p:nvPr/>
        </p:nvSpPr>
        <p:spPr>
          <a:xfrm>
            <a:off x="2797745" y="5622585"/>
            <a:ext cx="1087200" cy="15132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900" dirty="0">
                <a:solidFill>
                  <a:srgbClr val="4B5285"/>
                </a:solidFill>
                <a:latin typeface="Noto Sans SC" panose="020B0200000000000000" pitchFamily="34" charset="-128"/>
                <a:ea typeface="Noto Sans SC" panose="020B0200000000000000" pitchFamily="34" charset="-128"/>
                <a:cs typeface="Calibri" panose="020F0502020204030204" pitchFamily="34" charset="0"/>
                <a:sym typeface="Microsoft YaHei"/>
              </a:rPr>
              <a:t>&lt;&lt;XXX Result&gt;&gt;</a:t>
            </a:r>
            <a:endParaRPr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8" name="Google Shape;78;p7">
            <a:extLst>
              <a:ext uri="{FF2B5EF4-FFF2-40B4-BE49-F238E27FC236}">
                <a16:creationId xmlns:a16="http://schemas.microsoft.com/office/drawing/2014/main" id="{F9BC1F2A-313D-8E13-2814-28D3A72D5B77}"/>
              </a:ext>
            </a:extLst>
          </p:cNvPr>
          <p:cNvSpPr txBox="1"/>
          <p:nvPr/>
        </p:nvSpPr>
        <p:spPr>
          <a:xfrm>
            <a:off x="2797745" y="5982491"/>
            <a:ext cx="1087200" cy="15132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900" dirty="0">
                <a:solidFill>
                  <a:srgbClr val="4B5285"/>
                </a:solidFill>
                <a:latin typeface="Noto Sans SC" panose="020B0200000000000000" pitchFamily="34" charset="-128"/>
                <a:ea typeface="Noto Sans SC" panose="020B0200000000000000" pitchFamily="34" charset="-128"/>
                <a:cs typeface="Calibri" panose="020F0502020204030204" pitchFamily="34" charset="0"/>
                <a:sym typeface="Microsoft YaHei"/>
              </a:rPr>
              <a:t>&lt;&lt;XXY Result&gt;&gt;</a:t>
            </a:r>
            <a:endParaRPr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9" name="Google Shape;81;p7">
            <a:extLst>
              <a:ext uri="{FF2B5EF4-FFF2-40B4-BE49-F238E27FC236}">
                <a16:creationId xmlns:a16="http://schemas.microsoft.com/office/drawing/2014/main" id="{5459146C-6B04-5016-0C12-C59699ED5C39}"/>
              </a:ext>
            </a:extLst>
          </p:cNvPr>
          <p:cNvSpPr txBox="1"/>
          <p:nvPr/>
        </p:nvSpPr>
        <p:spPr>
          <a:xfrm>
            <a:off x="2797745" y="6342396"/>
            <a:ext cx="1087200" cy="15132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900" dirty="0">
                <a:solidFill>
                  <a:srgbClr val="4B5285"/>
                </a:solidFill>
                <a:latin typeface="Noto Sans SC" panose="020B0200000000000000" pitchFamily="34" charset="-128"/>
                <a:ea typeface="Noto Sans SC" panose="020B0200000000000000" pitchFamily="34" charset="-128"/>
                <a:cs typeface="Calibri" panose="020F0502020204030204" pitchFamily="34" charset="0"/>
                <a:sym typeface="Microsoft YaHei"/>
              </a:rPr>
              <a:t>&lt;&lt;XYY Result&gt;&gt;</a:t>
            </a:r>
            <a:endParaRPr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10" name="Google Shape;90;p7">
            <a:extLst>
              <a:ext uri="{FF2B5EF4-FFF2-40B4-BE49-F238E27FC236}">
                <a16:creationId xmlns:a16="http://schemas.microsoft.com/office/drawing/2014/main" id="{EAE289CB-32CE-52D2-06CA-DDFB089E2824}"/>
              </a:ext>
            </a:extLst>
          </p:cNvPr>
          <p:cNvSpPr txBox="1"/>
          <p:nvPr/>
        </p:nvSpPr>
        <p:spPr>
          <a:xfrm>
            <a:off x="6187248" y="4154425"/>
            <a:ext cx="993900" cy="151323"/>
          </a:xfrm>
          <a:prstGeom prst="rect">
            <a:avLst/>
          </a:prstGeom>
          <a:noFill/>
          <a:ln>
            <a:noFill/>
          </a:ln>
        </p:spPr>
        <p:txBody>
          <a:bodyPr spcFirstLastPara="1" wrap="square" lIns="0" tIns="12700" rIns="0" bIns="0" anchor="t" anchorCtr="0">
            <a:spAutoFit/>
          </a:bodyPr>
          <a:lstStyle/>
          <a:p>
            <a:pPr lvl="0" defTabSz="685800">
              <a:buClrTx/>
              <a:defRPr/>
            </a:pPr>
            <a:r>
              <a:rPr lang="en-US" sz="900" dirty="0">
                <a:latin typeface="Noto Sans SC" panose="020B0200000000000000" pitchFamily="34" charset="-128"/>
                <a:ea typeface="Noto Sans SC" panose="020B0200000000000000" pitchFamily="34" charset="-128"/>
                <a:cs typeface="Calibri" panose="020F0502020204030204" pitchFamily="34" charset="0"/>
              </a:rPr>
              <a:t>&lt;&lt;MD8&gt;&gt;</a:t>
            </a:r>
          </a:p>
        </p:txBody>
      </p:sp>
      <p:graphicFrame>
        <p:nvGraphicFramePr>
          <p:cNvPr id="18" name="Table 17">
            <a:extLst>
              <a:ext uri="{FF2B5EF4-FFF2-40B4-BE49-F238E27FC236}">
                <a16:creationId xmlns:a16="http://schemas.microsoft.com/office/drawing/2014/main" id="{BAB97C27-7222-03FF-8A68-FF7071E5209D}"/>
              </a:ext>
            </a:extLst>
          </p:cNvPr>
          <p:cNvGraphicFramePr>
            <a:graphicFrameLocks noGrp="1"/>
          </p:cNvGraphicFramePr>
          <p:nvPr>
            <p:extLst>
              <p:ext uri="{D42A27DB-BD31-4B8C-83A1-F6EECF244321}">
                <p14:modId xmlns:p14="http://schemas.microsoft.com/office/powerpoint/2010/main" val="1590323643"/>
              </p:ext>
            </p:extLst>
          </p:nvPr>
        </p:nvGraphicFramePr>
        <p:xfrm>
          <a:off x="2719043" y="8849321"/>
          <a:ext cx="4280764" cy="963818"/>
        </p:xfrm>
        <a:graphic>
          <a:graphicData uri="http://schemas.openxmlformats.org/drawingml/2006/table">
            <a:tbl>
              <a:tblPr firstRow="1" bandRow="1">
                <a:tableStyleId>{F28EBD1E-F79C-4DFF-868A-0A9D0052B014}</a:tableStyleId>
              </a:tblPr>
              <a:tblGrid>
                <a:gridCol w="1415766">
                  <a:extLst>
                    <a:ext uri="{9D8B030D-6E8A-4147-A177-3AD203B41FA5}">
                      <a16:colId xmlns:a16="http://schemas.microsoft.com/office/drawing/2014/main" val="1871604453"/>
                    </a:ext>
                  </a:extLst>
                </a:gridCol>
                <a:gridCol w="1477320">
                  <a:extLst>
                    <a:ext uri="{9D8B030D-6E8A-4147-A177-3AD203B41FA5}">
                      <a16:colId xmlns:a16="http://schemas.microsoft.com/office/drawing/2014/main" val="723796402"/>
                    </a:ext>
                  </a:extLst>
                </a:gridCol>
                <a:gridCol w="1387678">
                  <a:extLst>
                    <a:ext uri="{9D8B030D-6E8A-4147-A177-3AD203B41FA5}">
                      <a16:colId xmlns:a16="http://schemas.microsoft.com/office/drawing/2014/main" val="2275438044"/>
                    </a:ext>
                  </a:extLst>
                </a:gridCol>
              </a:tblGrid>
              <a:tr h="35946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ja-JP" altLang="en-US" sz="1100" b="0" i="0" u="none" strike="noStrike" cap="none" dirty="0">
                          <a:solidFill>
                            <a:schemeClr val="dk1"/>
                          </a:solidFill>
                          <a:effectLst/>
                          <a:latin typeface="Noto Sans SC" panose="020B0200000000000000" pitchFamily="34" charset="-128"/>
                          <a:ea typeface="Noto Sans SC" panose="020B0200000000000000" pitchFamily="34" charset="-128"/>
                          <a:cs typeface="Calibri"/>
                          <a:sym typeface="Arial"/>
                        </a:rPr>
                        <a:t>遺傳諮詢專家</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ja-JP" altLang="en-US" sz="1100" b="0" i="0" u="none" strike="noStrike" cap="none" dirty="0">
                          <a:solidFill>
                            <a:schemeClr val="dk1"/>
                          </a:solidFill>
                          <a:effectLst/>
                          <a:latin typeface="Noto Sans SC" panose="020B0200000000000000" pitchFamily="34" charset="-128"/>
                          <a:ea typeface="Noto Sans SC" panose="020B0200000000000000" pitchFamily="34" charset="-128"/>
                          <a:cs typeface="Calibri"/>
                          <a:sym typeface="Arial"/>
                        </a:rPr>
                        <a:t>實驗室主管</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ja-JP" altLang="en-US" sz="1100" b="0" i="0" u="none" strike="noStrike" cap="none" dirty="0">
                          <a:solidFill>
                            <a:schemeClr val="dk1"/>
                          </a:solidFill>
                          <a:effectLst/>
                          <a:latin typeface="Noto Sans SC" panose="020B0200000000000000" pitchFamily="34" charset="-128"/>
                          <a:ea typeface="Noto Sans SC" panose="020B0200000000000000" pitchFamily="34" charset="-128"/>
                          <a:cs typeface="Calibri"/>
                          <a:sym typeface="Arial"/>
                        </a:rPr>
                        <a:t>醫療機構簽署醫師</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48316787"/>
                  </a:ext>
                </a:extLst>
              </a:tr>
              <a:tr h="604358">
                <a:tc>
                  <a:txBody>
                    <a:bodyPr/>
                    <a:lstStyle/>
                    <a:p>
                      <a:endParaRPr lang="en-US" dirty="0">
                        <a:solidFill>
                          <a:schemeClr val="bg1">
                            <a:lumMod val="95000"/>
                          </a:schemeClr>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en-US" dirty="0">
                        <a:solidFill>
                          <a:schemeClr val="bg1">
                            <a:lumMod val="95000"/>
                          </a:schemeClr>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en-US" dirty="0">
                        <a:solidFill>
                          <a:schemeClr val="bg1">
                            <a:lumMod val="95000"/>
                          </a:schemeClr>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88999870"/>
                  </a:ext>
                </a:extLst>
              </a:tr>
            </a:tbl>
          </a:graphicData>
        </a:graphic>
      </p:graphicFrame>
      <p:pic>
        <p:nvPicPr>
          <p:cNvPr id="19" name="圖片 1">
            <a:extLst>
              <a:ext uri="{FF2B5EF4-FFF2-40B4-BE49-F238E27FC236}">
                <a16:creationId xmlns:a16="http://schemas.microsoft.com/office/drawing/2014/main" id="{7524FDD2-B1E8-05CE-C596-D58047590E71}"/>
              </a:ext>
            </a:extLst>
          </p:cNvPr>
          <p:cNvPicPr>
            <a:picLocks noChangeAspect="1"/>
          </p:cNvPicPr>
          <p:nvPr/>
        </p:nvPicPr>
        <p:blipFill rotWithShape="1">
          <a:blip r:embed="rId4">
            <a:clrChange>
              <a:clrFrom>
                <a:srgbClr val="F3EBDC"/>
              </a:clrFrom>
              <a:clrTo>
                <a:srgbClr val="F3EBDC">
                  <a:alpha val="0"/>
                </a:srgbClr>
              </a:clrTo>
            </a:clrChange>
            <a:extLst>
              <a:ext uri="{BEBA8EAE-BF5A-486C-A8C5-ECC9F3942E4B}">
                <a14:imgProps xmlns:a14="http://schemas.microsoft.com/office/drawing/2010/main">
                  <a14:imgLayer r:embed="rId5">
                    <a14:imgEffect>
                      <a14:brightnessContrast bright="20000" contrast="-20000"/>
                    </a14:imgEffect>
                  </a14:imgLayer>
                </a14:imgProps>
              </a:ext>
            </a:extLst>
          </a:blip>
          <a:srcRect l="9488" t="20608" r="9713" b="26228"/>
          <a:stretch>
            <a:fillRect/>
          </a:stretch>
        </p:blipFill>
        <p:spPr bwMode="auto">
          <a:xfrm>
            <a:off x="3031469" y="9258373"/>
            <a:ext cx="770122" cy="506725"/>
          </a:xfrm>
          <a:prstGeom prst="rect">
            <a:avLst/>
          </a:prstGeom>
          <a:ln>
            <a:noFill/>
          </a:ln>
          <a:extLst>
            <a:ext uri="{53640926-AAD7-44D8-BBD7-CCE9431645EC}">
              <a14:shadowObscured xmlns:a14="http://schemas.microsoft.com/office/drawing/2010/main"/>
            </a:ext>
          </a:extLst>
        </p:spPr>
      </p:pic>
      <p:pic>
        <p:nvPicPr>
          <p:cNvPr id="20" name="Picture 19" descr="A black and white logo&#10;&#10;AI-generated content may be incorrect.">
            <a:extLst>
              <a:ext uri="{FF2B5EF4-FFF2-40B4-BE49-F238E27FC236}">
                <a16:creationId xmlns:a16="http://schemas.microsoft.com/office/drawing/2014/main" id="{4EF761A9-8EAA-41ED-BE5A-15D3B2F74868}"/>
              </a:ext>
            </a:extLst>
          </p:cNvPr>
          <p:cNvPicPr>
            <a:picLocks noChangeAspect="1"/>
          </p:cNvPicPr>
          <p:nvPr/>
        </p:nvPicPr>
        <p:blipFill>
          <a:blip r:embed="rId6"/>
          <a:stretch>
            <a:fillRect/>
          </a:stretch>
        </p:blipFill>
        <p:spPr>
          <a:xfrm>
            <a:off x="4206930" y="9258372"/>
            <a:ext cx="1304990" cy="50672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Shape 138"/>
        <p:cNvGrpSpPr/>
        <p:nvPr/>
      </p:nvGrpSpPr>
      <p:grpSpPr>
        <a:xfrm>
          <a:off x="0" y="0"/>
          <a:ext cx="0" cy="0"/>
          <a:chOff x="0" y="0"/>
          <a:chExt cx="0" cy="0"/>
        </a:xfrm>
      </p:grpSpPr>
      <p:sp>
        <p:nvSpPr>
          <p:cNvPr id="139" name="Google Shape;139;p9"/>
          <p:cNvSpPr/>
          <p:nvPr/>
        </p:nvSpPr>
        <p:spPr>
          <a:xfrm>
            <a:off x="533400" y="860844"/>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
        <p:nvSpPr>
          <p:cNvPr id="140" name="Google Shape;140;p9"/>
          <p:cNvSpPr txBox="1"/>
          <p:nvPr/>
        </p:nvSpPr>
        <p:spPr>
          <a:xfrm>
            <a:off x="520700" y="573773"/>
            <a:ext cx="6518909" cy="152019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50" b="1" dirty="0" err="1">
                <a:solidFill>
                  <a:srgbClr val="4B5285"/>
                </a:solidFill>
                <a:latin typeface="Noto Sans SC" panose="020B0200000000000000" pitchFamily="34" charset="-128"/>
                <a:ea typeface="Noto Sans SC" panose="020B0200000000000000" pitchFamily="34" charset="-128"/>
                <a:cs typeface="Microsoft YaHei"/>
                <a:sym typeface="Microsoft YaHei"/>
              </a:rPr>
              <a:t>下一步驟</a:t>
            </a:r>
            <a:endParaRPr sz="1050" dirty="0">
              <a:latin typeface="Noto Sans SC" panose="020B0200000000000000" pitchFamily="34" charset="-128"/>
              <a:ea typeface="Noto Sans SC" panose="020B0200000000000000" pitchFamily="34" charset="-128"/>
              <a:cs typeface="Microsoft YaHei"/>
              <a:sym typeface="Microsoft YaHei"/>
            </a:endParaRPr>
          </a:p>
          <a:p>
            <a:pPr marL="0" lvl="0" indent="0" algn="l" rtl="0">
              <a:lnSpc>
                <a:spcPct val="100000"/>
              </a:lnSpc>
              <a:spcBef>
                <a:spcPts val="60"/>
              </a:spcBef>
              <a:spcAft>
                <a:spcPts val="0"/>
              </a:spcAft>
              <a:buNone/>
            </a:pPr>
            <a:endParaRPr sz="1050" dirty="0">
              <a:latin typeface="Noto Sans SC" panose="020B0200000000000000" pitchFamily="34" charset="-128"/>
              <a:ea typeface="Noto Sans SC" panose="020B0200000000000000" pitchFamily="34" charset="-128"/>
              <a:cs typeface="Microsoft YaHei"/>
              <a:sym typeface="Microsoft YaHei"/>
            </a:endParaRPr>
          </a:p>
          <a:p>
            <a:pPr marL="12700" marR="5080" lvl="0" indent="0" algn="l" rtl="0">
              <a:lnSpc>
                <a:spcPct val="133300"/>
              </a:lnSpc>
              <a:spcBef>
                <a:spcPts val="0"/>
              </a:spcBef>
              <a:spcAft>
                <a:spcPts val="0"/>
              </a:spcAft>
              <a:buNone/>
            </a:pP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&gt;陰性（未檢測異常）結果表示您的胎兒發生染色體異常的風險很低，但仍不能完全排除胎兒罹患染色體異常的可能，建議搭配其他檢查進行綜合評估（如：高層次超音波）。</a:t>
            </a:r>
            <a:endParaRPr sz="900" dirty="0">
              <a:latin typeface="Noto Sans SC" panose="020B0200000000000000" pitchFamily="34" charset="-128"/>
              <a:ea typeface="Noto Sans SC" panose="020B0200000000000000" pitchFamily="34" charset="-128"/>
              <a:cs typeface="Microsoft YaHei"/>
              <a:sym typeface="Microsoft YaHei"/>
            </a:endParaRPr>
          </a:p>
          <a:p>
            <a:pPr marL="12700" lvl="0" indent="0" algn="l" rtl="0">
              <a:lnSpc>
                <a:spcPct val="100000"/>
              </a:lnSpc>
              <a:spcBef>
                <a:spcPts val="360"/>
              </a:spcBef>
              <a:spcAft>
                <a:spcPts val="0"/>
              </a:spcAft>
              <a:buNone/>
            </a:pP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&gt;</a:t>
            </a:r>
            <a:r>
              <a:rPr lang="en-US" sz="900" dirty="0" err="1">
                <a:solidFill>
                  <a:srgbClr val="373739"/>
                </a:solidFill>
                <a:latin typeface="Noto Sans SC" panose="020B0200000000000000" pitchFamily="34" charset="-128"/>
                <a:ea typeface="Noto Sans SC" panose="020B0200000000000000" pitchFamily="34" charset="-128"/>
                <a:cs typeface="Microsoft YaHei"/>
                <a:sym typeface="Microsoft YaHei"/>
              </a:rPr>
              <a:t>後續產檢過程中，如有發現胎兒超音波異常，請遵照產檢醫師建議之醫療處置（如：侵入性檢查）以確認胎兒是否異常</a:t>
            </a: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a:t>
            </a:r>
            <a:endParaRPr sz="900" dirty="0">
              <a:latin typeface="Noto Sans SC" panose="020B0200000000000000" pitchFamily="34" charset="-128"/>
              <a:ea typeface="Noto Sans SC" panose="020B0200000000000000" pitchFamily="34" charset="-128"/>
              <a:cs typeface="Microsoft YaHei"/>
              <a:sym typeface="Microsoft YaHei"/>
            </a:endParaRPr>
          </a:p>
          <a:p>
            <a:pPr marL="12700" lvl="0" indent="0" algn="l" rtl="0">
              <a:lnSpc>
                <a:spcPct val="100000"/>
              </a:lnSpc>
              <a:spcBef>
                <a:spcPts val="360"/>
              </a:spcBef>
              <a:spcAft>
                <a:spcPts val="0"/>
              </a:spcAft>
              <a:buNone/>
            </a:pP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&gt;</a:t>
            </a:r>
            <a:r>
              <a:rPr lang="en-US" sz="900" dirty="0" err="1">
                <a:solidFill>
                  <a:srgbClr val="373739"/>
                </a:solidFill>
                <a:latin typeface="Noto Sans SC" panose="020B0200000000000000" pitchFamily="34" charset="-128"/>
                <a:ea typeface="Noto Sans SC" panose="020B0200000000000000" pitchFamily="34" charset="-128"/>
                <a:cs typeface="Microsoft YaHei"/>
                <a:sym typeface="Microsoft YaHei"/>
              </a:rPr>
              <a:t>本篩檢結果不得單獨作為影響懷孕過程的任何診斷依據，適用於臨床參考，臨床建議及相關諮詢請洽專業醫師</a:t>
            </a: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a:t>
            </a:r>
            <a:endParaRPr sz="900" dirty="0">
              <a:latin typeface="Noto Sans SC" panose="020B0200000000000000" pitchFamily="34" charset="-128"/>
              <a:ea typeface="Noto Sans SC" panose="020B0200000000000000" pitchFamily="34" charset="-128"/>
              <a:cs typeface="Microsoft YaHei"/>
              <a:sym typeface="Microsoft YaHei"/>
            </a:endParaRPr>
          </a:p>
          <a:p>
            <a:pPr marL="12700" marR="5080" lvl="0" indent="0" algn="l" rtl="0">
              <a:lnSpc>
                <a:spcPct val="133300"/>
              </a:lnSpc>
              <a:spcBef>
                <a:spcPts val="5"/>
              </a:spcBef>
              <a:spcAft>
                <a:spcPts val="0"/>
              </a:spcAft>
              <a:buNone/>
            </a:pP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&gt;NIPT</a:t>
            </a:r>
            <a:r>
              <a:rPr lang="en-US" sz="900" dirty="0">
                <a:solidFill>
                  <a:srgbClr val="373739"/>
                </a:solidFill>
                <a:latin typeface="Noto Sans SC" panose="020B0200000000000000" pitchFamily="34" charset="-128"/>
                <a:ea typeface="Noto Sans SC" panose="020B0200000000000000" pitchFamily="34" charset="-128"/>
                <a:cs typeface="Times New Roman"/>
                <a:sym typeface="Times New Roman"/>
              </a:rPr>
              <a:t> </a:t>
            </a:r>
            <a:r>
              <a:rPr lang="en-US" sz="900" dirty="0" err="1">
                <a:solidFill>
                  <a:srgbClr val="373739"/>
                </a:solidFill>
                <a:latin typeface="Noto Sans SC" panose="020B0200000000000000" pitchFamily="34" charset="-128"/>
                <a:ea typeface="Noto Sans SC" panose="020B0200000000000000" pitchFamily="34" charset="-128"/>
                <a:cs typeface="Microsoft YaHei"/>
                <a:sym typeface="Microsoft YaHei"/>
              </a:rPr>
              <a:t>評估特定疾病的風險（請參閱結果表</a:t>
            </a: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a:t>
            </a:r>
            <a:r>
              <a:rPr lang="en-US" sz="900" dirty="0" err="1">
                <a:solidFill>
                  <a:srgbClr val="373739"/>
                </a:solidFill>
                <a:latin typeface="Noto Sans SC" panose="020B0200000000000000" pitchFamily="34" charset="-128"/>
                <a:ea typeface="Noto Sans SC" panose="020B0200000000000000" pitchFamily="34" charset="-128"/>
                <a:cs typeface="Microsoft YaHei"/>
                <a:sym typeface="Microsoft YaHei"/>
              </a:rPr>
              <a:t>但是它並未檢測所有可能的遺傳狀況或其他先天缺陷，您的主治醫師可能會建議您在懷孕期間或之後進行其他類型的基因檢測</a:t>
            </a: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a:t>
            </a:r>
            <a:endParaRPr sz="900" dirty="0">
              <a:latin typeface="Noto Sans SC" panose="020B0200000000000000" pitchFamily="34" charset="-128"/>
              <a:ea typeface="Noto Sans SC" panose="020B0200000000000000" pitchFamily="34" charset="-128"/>
              <a:cs typeface="Microsoft YaHei"/>
              <a:sym typeface="Microsoft YaHei"/>
            </a:endParaRPr>
          </a:p>
        </p:txBody>
      </p:sp>
      <p:sp>
        <p:nvSpPr>
          <p:cNvPr id="141" name="Google Shape;141;p9"/>
          <p:cNvSpPr/>
          <p:nvPr/>
        </p:nvSpPr>
        <p:spPr>
          <a:xfrm>
            <a:off x="533400" y="2203450"/>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
        <p:nvSpPr>
          <p:cNvPr id="142" name="Google Shape;142;p9"/>
          <p:cNvSpPr/>
          <p:nvPr/>
        </p:nvSpPr>
        <p:spPr>
          <a:xfrm>
            <a:off x="533400" y="2782151"/>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
        <p:nvSpPr>
          <p:cNvPr id="143" name="Google Shape;143;p9"/>
          <p:cNvSpPr txBox="1"/>
          <p:nvPr/>
        </p:nvSpPr>
        <p:spPr>
          <a:xfrm>
            <a:off x="520700" y="2495080"/>
            <a:ext cx="6520180" cy="715581"/>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50" b="1">
                <a:solidFill>
                  <a:srgbClr val="4B5285"/>
                </a:solidFill>
                <a:latin typeface="Noto Sans SC" panose="020B0200000000000000" pitchFamily="34" charset="-128"/>
                <a:ea typeface="Noto Sans SC" panose="020B0200000000000000" pitchFamily="34" charset="-128"/>
                <a:cs typeface="Microsoft YaHei"/>
                <a:sym typeface="Microsoft YaHei"/>
              </a:rPr>
              <a:t>方法</a:t>
            </a:r>
            <a:endParaRPr sz="1050">
              <a:latin typeface="Noto Sans SC" panose="020B0200000000000000" pitchFamily="34" charset="-128"/>
              <a:ea typeface="Noto Sans SC" panose="020B0200000000000000" pitchFamily="34" charset="-128"/>
              <a:cs typeface="Microsoft YaHei"/>
              <a:sym typeface="Microsoft YaHei"/>
            </a:endParaRPr>
          </a:p>
          <a:p>
            <a:pPr marL="0" lvl="0" indent="0" algn="l" rtl="0">
              <a:lnSpc>
                <a:spcPct val="100000"/>
              </a:lnSpc>
              <a:spcBef>
                <a:spcPts val="420"/>
              </a:spcBef>
              <a:spcAft>
                <a:spcPts val="0"/>
              </a:spcAft>
              <a:buNone/>
            </a:pPr>
            <a:endParaRPr sz="1050">
              <a:latin typeface="Noto Sans SC" panose="020B0200000000000000" pitchFamily="34" charset="-128"/>
              <a:ea typeface="Noto Sans SC" panose="020B0200000000000000" pitchFamily="34" charset="-128"/>
              <a:cs typeface="Microsoft YaHei"/>
              <a:sym typeface="Microsoft YaHei"/>
            </a:endParaRPr>
          </a:p>
          <a:p>
            <a:pPr marL="12700" lvl="0" indent="0" algn="l" rtl="0">
              <a:lnSpc>
                <a:spcPct val="100000"/>
              </a:lnSpc>
              <a:spcBef>
                <a:spcPts val="0"/>
              </a:spcBef>
              <a:spcAft>
                <a:spcPts val="0"/>
              </a:spcAft>
              <a:buNone/>
            </a:pPr>
            <a:r>
              <a:rPr lang="en-US" sz="900">
                <a:solidFill>
                  <a:srgbClr val="373739"/>
                </a:solidFill>
                <a:latin typeface="Noto Sans SC" panose="020B0200000000000000" pitchFamily="34" charset="-128"/>
                <a:ea typeface="Noto Sans SC" panose="020B0200000000000000" pitchFamily="34" charset="-128"/>
                <a:cs typeface="Microsoft YaHei"/>
                <a:sym typeface="Microsoft YaHei"/>
              </a:rPr>
              <a:t>抽取懷孕婦女周邊血液，並萃取血漿中之胎兒細胞游離去氧核醣核酸（DNA），進行大規模平行測序和測序結果進行分析以確定</a:t>
            </a:r>
            <a:endParaRPr sz="900">
              <a:latin typeface="Noto Sans SC" panose="020B0200000000000000" pitchFamily="34" charset="-128"/>
              <a:ea typeface="Noto Sans SC" panose="020B0200000000000000" pitchFamily="34" charset="-128"/>
              <a:cs typeface="Microsoft YaHei"/>
              <a:sym typeface="Microsoft YaHei"/>
            </a:endParaRPr>
          </a:p>
          <a:p>
            <a:pPr marL="12700" lvl="0" indent="0" algn="l" rtl="0">
              <a:lnSpc>
                <a:spcPct val="100000"/>
              </a:lnSpc>
              <a:spcBef>
                <a:spcPts val="360"/>
              </a:spcBef>
              <a:spcAft>
                <a:spcPts val="0"/>
              </a:spcAft>
              <a:buNone/>
            </a:pPr>
            <a:r>
              <a:rPr lang="en-US" sz="900">
                <a:solidFill>
                  <a:srgbClr val="373739"/>
                </a:solidFill>
                <a:latin typeface="Noto Sans SC" panose="020B0200000000000000" pitchFamily="34" charset="-128"/>
                <a:ea typeface="Noto Sans SC" panose="020B0200000000000000" pitchFamily="34" charset="-128"/>
                <a:cs typeface="Microsoft YaHei"/>
                <a:sym typeface="Microsoft YaHei"/>
              </a:rPr>
              <a:t>胎兒染色體。</a:t>
            </a:r>
            <a:endParaRPr sz="900">
              <a:latin typeface="Noto Sans SC" panose="020B0200000000000000" pitchFamily="34" charset="-128"/>
              <a:ea typeface="Noto Sans SC" panose="020B0200000000000000" pitchFamily="34" charset="-128"/>
              <a:cs typeface="Microsoft YaHei"/>
              <a:sym typeface="Microsoft YaHei"/>
            </a:endParaRPr>
          </a:p>
        </p:txBody>
      </p:sp>
      <p:sp>
        <p:nvSpPr>
          <p:cNvPr id="144" name="Google Shape;144;p9"/>
          <p:cNvSpPr/>
          <p:nvPr/>
        </p:nvSpPr>
        <p:spPr>
          <a:xfrm>
            <a:off x="533400" y="3393237"/>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
        <p:nvSpPr>
          <p:cNvPr id="145" name="Google Shape;145;p9"/>
          <p:cNvSpPr/>
          <p:nvPr/>
        </p:nvSpPr>
        <p:spPr>
          <a:xfrm>
            <a:off x="533400" y="4067187"/>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
        <p:nvSpPr>
          <p:cNvPr id="146" name="Google Shape;146;p9"/>
          <p:cNvSpPr txBox="1"/>
          <p:nvPr/>
        </p:nvSpPr>
        <p:spPr>
          <a:xfrm>
            <a:off x="520700" y="3780117"/>
            <a:ext cx="6520180" cy="185948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50" b="1" dirty="0" err="1">
                <a:solidFill>
                  <a:srgbClr val="4B5285"/>
                </a:solidFill>
                <a:latin typeface="Noto Sans SC" panose="020B0200000000000000" pitchFamily="34" charset="-128"/>
                <a:ea typeface="Noto Sans SC" panose="020B0200000000000000" pitchFamily="34" charset="-128"/>
                <a:cs typeface="Microsoft YaHei"/>
                <a:sym typeface="Microsoft YaHei"/>
              </a:rPr>
              <a:t>侷限性</a:t>
            </a:r>
            <a:endParaRPr sz="1050" dirty="0">
              <a:latin typeface="Noto Sans SC" panose="020B0200000000000000" pitchFamily="34" charset="-128"/>
              <a:ea typeface="Noto Sans SC" panose="020B0200000000000000" pitchFamily="34" charset="-128"/>
              <a:cs typeface="Microsoft YaHei"/>
              <a:sym typeface="Microsoft YaHei"/>
            </a:endParaRPr>
          </a:p>
          <a:p>
            <a:pPr marL="12700" marR="5080" lvl="0" indent="0" algn="just" rtl="0">
              <a:lnSpc>
                <a:spcPct val="150000"/>
              </a:lnSpc>
              <a:spcBef>
                <a:spcPts val="1775"/>
              </a:spcBef>
              <a:spcAft>
                <a:spcPts val="0"/>
              </a:spcAft>
              <a:buNone/>
            </a:pPr>
            <a:r>
              <a:rPr lang="en-US" sz="900" dirty="0" err="1">
                <a:solidFill>
                  <a:srgbClr val="373739"/>
                </a:solidFill>
                <a:latin typeface="Noto Sans SC" panose="020B0200000000000000" pitchFamily="34" charset="-128"/>
                <a:ea typeface="Noto Sans SC" panose="020B0200000000000000" pitchFamily="34" charset="-128"/>
                <a:cs typeface="Microsoft YaHei"/>
                <a:sym typeface="Microsoft YaHei"/>
              </a:rPr>
              <a:t>非侵入性母血胎兒染色體檢測</a:t>
            </a: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&lt;</a:t>
            </a:r>
            <a:r>
              <a:rPr lang="en-US" sz="900" dirty="0">
                <a:solidFill>
                  <a:srgbClr val="373739"/>
                </a:solidFill>
                <a:latin typeface="Noto Sans SC" panose="020B0200000000000000" pitchFamily="34" charset="-128"/>
                <a:ea typeface="Noto Sans SC" panose="020B0200000000000000" pitchFamily="34" charset="-128"/>
                <a:cs typeface="Times New Roman"/>
                <a:sym typeface="Times New Roman"/>
              </a:rPr>
              <a:t> </a:t>
            </a: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NIPT</a:t>
            </a:r>
            <a:r>
              <a:rPr lang="en-US" sz="900" dirty="0">
                <a:solidFill>
                  <a:srgbClr val="373739"/>
                </a:solidFill>
                <a:latin typeface="Noto Sans SC" panose="020B0200000000000000" pitchFamily="34" charset="-128"/>
                <a:ea typeface="Noto Sans SC" panose="020B0200000000000000" pitchFamily="34" charset="-128"/>
                <a:cs typeface="Times New Roman"/>
                <a:sym typeface="Times New Roman"/>
              </a:rPr>
              <a:t> </a:t>
            </a: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Test&gt;本檢測主要從細胞游離DNA中分析胎兒染色體非整倍體，並針對孕齡至少10週（根據末次月經期估計）的單胞胎妊娠進行檢測。這些結果並不能排除這次懷孕可能有其他染色體異常、出生缺陷或其他疾病的可能性。本檢測無法識別有開放性神經管缺陷風險的妊娠。陰性檢測結果並不能完全消除染色體異常的可能性。檢測結果有小概率不能呈現胎兒的染色體情況，但可能呈現胎盤（限制型胎盤鑲嵌體）或母體（染色體嵌合體）的染色體變化。不準確的測試結果其潛在來源可能包括但不限於：母體、胎兒或胎盤的鑲嵌體、胎兒游離DNA濃度過低、輸血、移植手術和幹細胞治療。尤其是胚胎萎縮、胎兒死亡等情況可能導致偽陰性或偽陽性的結果。如果需要明確診斷，則需依照臨床醫師建議進行絨毛膜取樣或羊膜穿刺術。</a:t>
            </a:r>
            <a:endParaRPr sz="900" dirty="0">
              <a:latin typeface="Noto Sans SC" panose="020B0200000000000000" pitchFamily="34" charset="-128"/>
              <a:ea typeface="Noto Sans SC" panose="020B0200000000000000" pitchFamily="34" charset="-128"/>
              <a:cs typeface="Microsoft YaHei"/>
              <a:sym typeface="Microsoft YaHei"/>
            </a:endParaRPr>
          </a:p>
        </p:txBody>
      </p:sp>
      <p:sp>
        <p:nvSpPr>
          <p:cNvPr id="148" name="Google Shape;148;p9"/>
          <p:cNvSpPr/>
          <p:nvPr/>
        </p:nvSpPr>
        <p:spPr>
          <a:xfrm>
            <a:off x="533400" y="6125654"/>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
        <p:nvSpPr>
          <p:cNvPr id="149" name="Google Shape;149;p9"/>
          <p:cNvSpPr txBox="1"/>
          <p:nvPr/>
        </p:nvSpPr>
        <p:spPr>
          <a:xfrm>
            <a:off x="520700" y="5838583"/>
            <a:ext cx="6520180" cy="901465"/>
          </a:xfrm>
          <a:prstGeom prst="rect">
            <a:avLst/>
          </a:prstGeom>
          <a:noFill/>
          <a:ln>
            <a:noFill/>
          </a:ln>
        </p:spPr>
        <p:txBody>
          <a:bodyPr spcFirstLastPara="1" wrap="square" lIns="0" tIns="12700" rIns="0" bIns="0" anchor="t" anchorCtr="0">
            <a:spAutoFit/>
          </a:bodyPr>
          <a:lstStyle/>
          <a:p>
            <a:pPr marL="12700" lvl="0" indent="0" algn="just" rtl="0">
              <a:lnSpc>
                <a:spcPct val="100000"/>
              </a:lnSpc>
              <a:spcBef>
                <a:spcPts val="0"/>
              </a:spcBef>
              <a:spcAft>
                <a:spcPts val="0"/>
              </a:spcAft>
              <a:buNone/>
            </a:pPr>
            <a:r>
              <a:rPr lang="en-US" sz="1050" b="1" dirty="0" err="1">
                <a:solidFill>
                  <a:srgbClr val="4B5285"/>
                </a:solidFill>
                <a:latin typeface="Noto Sans SC" panose="020B0200000000000000" pitchFamily="34" charset="-128"/>
                <a:ea typeface="Noto Sans SC" panose="020B0200000000000000" pitchFamily="34" charset="-128"/>
                <a:cs typeface="Microsoft YaHei"/>
                <a:sym typeface="Microsoft YaHei"/>
              </a:rPr>
              <a:t>微小片段缺失疾病</a:t>
            </a:r>
            <a:r>
              <a:rPr lang="en-US" sz="1050" b="1" dirty="0">
                <a:solidFill>
                  <a:srgbClr val="4B5285"/>
                </a:solidFill>
                <a:latin typeface="Noto Sans SC" panose="020B0200000000000000" pitchFamily="34" charset="-128"/>
                <a:ea typeface="Noto Sans SC" panose="020B0200000000000000" pitchFamily="34" charset="-128"/>
                <a:cs typeface="Microsoft YaHei"/>
                <a:sym typeface="Microsoft YaHei"/>
              </a:rPr>
              <a:t>&lt;</a:t>
            </a:r>
            <a:r>
              <a:rPr lang="en-US" sz="1050" dirty="0">
                <a:solidFill>
                  <a:srgbClr val="4B5285"/>
                </a:solidFill>
                <a:latin typeface="Noto Sans SC" panose="020B0200000000000000" pitchFamily="34" charset="-128"/>
                <a:ea typeface="Noto Sans SC" panose="020B0200000000000000" pitchFamily="34" charset="-128"/>
                <a:cs typeface="Times New Roman"/>
                <a:sym typeface="Times New Roman"/>
              </a:rPr>
              <a:t> </a:t>
            </a:r>
            <a:r>
              <a:rPr lang="en-US" sz="1050" b="1" dirty="0">
                <a:solidFill>
                  <a:srgbClr val="4B5285"/>
                </a:solidFill>
                <a:latin typeface="Noto Sans SC" panose="020B0200000000000000" pitchFamily="34" charset="-128"/>
                <a:ea typeface="Noto Sans SC" panose="020B0200000000000000" pitchFamily="34" charset="-128"/>
                <a:cs typeface="Microsoft YaHei"/>
                <a:sym typeface="Microsoft YaHei"/>
              </a:rPr>
              <a:t>Microdeletion</a:t>
            </a:r>
            <a:r>
              <a:rPr lang="en-US" sz="1050" dirty="0">
                <a:solidFill>
                  <a:srgbClr val="4B5285"/>
                </a:solidFill>
                <a:latin typeface="Noto Sans SC" panose="020B0200000000000000" pitchFamily="34" charset="-128"/>
                <a:ea typeface="Noto Sans SC" panose="020B0200000000000000" pitchFamily="34" charset="-128"/>
                <a:cs typeface="Times New Roman"/>
                <a:sym typeface="Times New Roman"/>
              </a:rPr>
              <a:t> </a:t>
            </a:r>
            <a:r>
              <a:rPr lang="en-US" sz="1050" b="1" dirty="0">
                <a:solidFill>
                  <a:srgbClr val="4B5285"/>
                </a:solidFill>
                <a:latin typeface="Noto Sans SC" panose="020B0200000000000000" pitchFamily="34" charset="-128"/>
                <a:ea typeface="Noto Sans SC" panose="020B0200000000000000" pitchFamily="34" charset="-128"/>
                <a:cs typeface="Microsoft YaHei"/>
                <a:sym typeface="Microsoft YaHei"/>
              </a:rPr>
              <a:t>&gt;</a:t>
            </a:r>
            <a:endParaRPr sz="1050" dirty="0">
              <a:latin typeface="Noto Sans SC" panose="020B0200000000000000" pitchFamily="34" charset="-128"/>
              <a:ea typeface="Noto Sans SC" panose="020B0200000000000000" pitchFamily="34" charset="-128"/>
              <a:cs typeface="Microsoft YaHei"/>
              <a:sym typeface="Microsoft YaHei"/>
            </a:endParaRPr>
          </a:p>
          <a:p>
            <a:pPr marL="0" lvl="0" indent="0" algn="l" rtl="0">
              <a:lnSpc>
                <a:spcPct val="100000"/>
              </a:lnSpc>
              <a:spcBef>
                <a:spcPts val="60"/>
              </a:spcBef>
              <a:spcAft>
                <a:spcPts val="0"/>
              </a:spcAft>
              <a:buNone/>
            </a:pPr>
            <a:endParaRPr sz="1050" dirty="0">
              <a:latin typeface="Noto Sans SC" panose="020B0200000000000000" pitchFamily="34" charset="-128"/>
              <a:ea typeface="Noto Sans SC" panose="020B0200000000000000" pitchFamily="34" charset="-128"/>
              <a:cs typeface="Microsoft YaHei"/>
              <a:sym typeface="Microsoft YaHei"/>
            </a:endParaRPr>
          </a:p>
          <a:p>
            <a:pPr marL="12700" marR="5080" lvl="0" indent="0" algn="just" rtl="0">
              <a:lnSpc>
                <a:spcPct val="133300"/>
              </a:lnSpc>
              <a:spcBef>
                <a:spcPts val="0"/>
              </a:spcBef>
              <a:spcAft>
                <a:spcPts val="0"/>
              </a:spcAft>
              <a:buNone/>
            </a:pPr>
            <a:r>
              <a:rPr lang="en-US" sz="900" dirty="0" err="1">
                <a:solidFill>
                  <a:srgbClr val="373739"/>
                </a:solidFill>
                <a:latin typeface="Noto Sans SC" panose="020B0200000000000000" pitchFamily="34" charset="-128"/>
                <a:ea typeface="Noto Sans SC" panose="020B0200000000000000" pitchFamily="34" charset="-128"/>
                <a:cs typeface="Microsoft YaHei"/>
                <a:sym typeface="Microsoft YaHei"/>
              </a:rPr>
              <a:t>本檢測主要檢測染色體區域</a:t>
            </a: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a:t>
            </a:r>
            <a:r>
              <a:rPr lang="en-US" sz="900" dirty="0">
                <a:solidFill>
                  <a:srgbClr val="373739"/>
                </a:solidFill>
                <a:latin typeface="Noto Sans SC" panose="020B0200000000000000" pitchFamily="34" charset="-128"/>
                <a:ea typeface="Noto Sans SC" panose="020B0200000000000000" pitchFamily="34" charset="-128"/>
                <a:cs typeface="Times New Roman"/>
                <a:sym typeface="Times New Roman"/>
              </a:rPr>
              <a:t> </a:t>
            </a: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1p36、2q33.1、4p16.3、5p-、7q11.23、11q23、15q11.2-913、22q11.2或其他區域（詳見請參閱檢測報告項目）中的染色體微小片段缺失，適用於孕齡至少10週的單胞胎妊娠，此孕齡是根據末次月經期、臀圍長度或其他適當方法估算。</a:t>
            </a:r>
            <a:endParaRPr sz="900" dirty="0">
              <a:latin typeface="Noto Sans SC" panose="020B0200000000000000" pitchFamily="34" charset="-128"/>
              <a:ea typeface="Noto Sans SC" panose="020B0200000000000000" pitchFamily="34" charset="-128"/>
              <a:cs typeface="Microsoft YaHei"/>
              <a:sym typeface="Microsoft YaHei"/>
            </a:endParaRPr>
          </a:p>
        </p:txBody>
      </p:sp>
      <p:sp>
        <p:nvSpPr>
          <p:cNvPr id="150" name="Google Shape;150;p9"/>
          <p:cNvSpPr/>
          <p:nvPr/>
        </p:nvSpPr>
        <p:spPr>
          <a:xfrm>
            <a:off x="533400" y="6919620"/>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
        <p:nvSpPr>
          <p:cNvPr id="151" name="Google Shape;151;p9"/>
          <p:cNvSpPr/>
          <p:nvPr/>
        </p:nvSpPr>
        <p:spPr>
          <a:xfrm>
            <a:off x="533400" y="7593571"/>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
        <p:nvSpPr>
          <p:cNvPr id="152" name="Google Shape;152;p9"/>
          <p:cNvSpPr txBox="1"/>
          <p:nvPr/>
        </p:nvSpPr>
        <p:spPr>
          <a:xfrm>
            <a:off x="520700" y="7306488"/>
            <a:ext cx="6517005" cy="89154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50" b="1" dirty="0" err="1">
                <a:solidFill>
                  <a:srgbClr val="4B5285"/>
                </a:solidFill>
                <a:latin typeface="Noto Sans SC" panose="020B0200000000000000" pitchFamily="34" charset="-128"/>
                <a:ea typeface="Noto Sans SC" panose="020B0200000000000000" pitchFamily="34" charset="-128"/>
                <a:cs typeface="Microsoft YaHei"/>
                <a:sym typeface="Microsoft YaHei"/>
              </a:rPr>
              <a:t>披露</a:t>
            </a:r>
            <a:endParaRPr sz="1050" dirty="0">
              <a:latin typeface="Noto Sans SC" panose="020B0200000000000000" pitchFamily="34" charset="-128"/>
              <a:ea typeface="Noto Sans SC" panose="020B0200000000000000" pitchFamily="34" charset="-128"/>
              <a:cs typeface="Microsoft YaHei"/>
              <a:sym typeface="Microsoft YaHei"/>
            </a:endParaRPr>
          </a:p>
          <a:p>
            <a:pPr marL="12700" marR="5080">
              <a:lnSpc>
                <a:spcPct val="183300"/>
              </a:lnSpc>
              <a:spcBef>
                <a:spcPts val="1595"/>
              </a:spcBef>
            </a:pPr>
            <a:r>
              <a:rPr lang="zh-TW" altLang="en-US" sz="900" dirty="0">
                <a:solidFill>
                  <a:schemeClr val="tx1">
                    <a:lumMod val="85000"/>
                    <a:lumOff val="15000"/>
                  </a:schemeClr>
                </a:solidFill>
                <a:latin typeface="Noto Sans SC" panose="020B0200000000000000" pitchFamily="34" charset="-128"/>
                <a:ea typeface="Noto Sans SC" panose="020B0200000000000000" pitchFamily="34" charset="-128"/>
              </a:rPr>
              <a:t>該檢測由大安聯合醫事檢驗所進行基因定序，由美國</a:t>
            </a:r>
            <a:r>
              <a:rPr lang="en-US" altLang="zh-TW" sz="900" dirty="0">
                <a:solidFill>
                  <a:schemeClr val="tx1">
                    <a:lumMod val="85000"/>
                    <a:lumOff val="15000"/>
                  </a:schemeClr>
                </a:solidFill>
                <a:latin typeface="Noto Sans SC" panose="020B0200000000000000" pitchFamily="34" charset="-128"/>
                <a:ea typeface="Noto Sans SC" panose="020B0200000000000000" pitchFamily="34" charset="-128"/>
              </a:rPr>
              <a:t> </a:t>
            </a:r>
            <a:r>
              <a:rPr lang="en-US" sz="900" dirty="0" err="1">
                <a:solidFill>
                  <a:schemeClr val="tx1">
                    <a:lumMod val="85000"/>
                    <a:lumOff val="15000"/>
                  </a:schemeClr>
                </a:solidFill>
                <a:latin typeface="Noto Sans SC" panose="020B0200000000000000" pitchFamily="34" charset="-128"/>
                <a:ea typeface="Noto Sans SC" panose="020B0200000000000000" pitchFamily="34" charset="-128"/>
              </a:rPr>
              <a:t>Genolyx</a:t>
            </a:r>
            <a:r>
              <a:rPr lang="en-US" sz="900" dirty="0">
                <a:solidFill>
                  <a:schemeClr val="tx1">
                    <a:lumMod val="85000"/>
                    <a:lumOff val="15000"/>
                  </a:schemeClr>
                </a:solidFill>
                <a:latin typeface="Noto Sans SC" panose="020B0200000000000000" pitchFamily="34" charset="-128"/>
                <a:ea typeface="Noto Sans SC" panose="020B0200000000000000" pitchFamily="34" charset="-128"/>
              </a:rPr>
              <a:t> </a:t>
            </a:r>
            <a:r>
              <a:rPr lang="zh-TW" altLang="en-US" sz="900" dirty="0">
                <a:solidFill>
                  <a:schemeClr val="tx1">
                    <a:lumMod val="85000"/>
                    <a:lumOff val="15000"/>
                  </a:schemeClr>
                </a:solidFill>
                <a:latin typeface="Noto Sans SC" panose="020B0200000000000000" pitchFamily="34" charset="-128"/>
                <a:ea typeface="Noto Sans SC" panose="020B0200000000000000" pitchFamily="34" charset="-128"/>
              </a:rPr>
              <a:t>進行生資分析，並由遺傳諮詢顧問李建南教授報告覆核，通過美國病理學會（</a:t>
            </a:r>
            <a:r>
              <a:rPr lang="en-US" sz="900" dirty="0">
                <a:solidFill>
                  <a:schemeClr val="tx1">
                    <a:lumMod val="85000"/>
                    <a:lumOff val="15000"/>
                  </a:schemeClr>
                </a:solidFill>
                <a:latin typeface="Noto Sans SC" panose="020B0200000000000000" pitchFamily="34" charset="-128"/>
                <a:ea typeface="Noto Sans SC" panose="020B0200000000000000" pitchFamily="34" charset="-128"/>
              </a:rPr>
              <a:t>CAP</a:t>
            </a:r>
            <a:r>
              <a:rPr lang="zh-TW" altLang="en-US" sz="900" dirty="0">
                <a:solidFill>
                  <a:schemeClr val="tx1">
                    <a:lumMod val="85000"/>
                    <a:lumOff val="15000"/>
                  </a:schemeClr>
                </a:solidFill>
                <a:latin typeface="Noto Sans SC" panose="020B0200000000000000" pitchFamily="34" charset="-128"/>
                <a:ea typeface="Noto Sans SC" panose="020B0200000000000000" pitchFamily="34" charset="-128"/>
              </a:rPr>
              <a:t>）認證，確認其報告的品質無誤。</a:t>
            </a:r>
            <a:endParaRPr lang="en-US" sz="900" dirty="0">
              <a:solidFill>
                <a:schemeClr val="tx1">
                  <a:lumMod val="85000"/>
                  <a:lumOff val="15000"/>
                </a:schemeClr>
              </a:solidFill>
              <a:latin typeface="Noto Sans SC" panose="020B0200000000000000" pitchFamily="34" charset="-128"/>
              <a:ea typeface="Noto Sans SC" panose="020B0200000000000000" pitchFamily="34" charset="-128"/>
            </a:endParaRPr>
          </a:p>
        </p:txBody>
      </p:sp>
      <p:grpSp>
        <p:nvGrpSpPr>
          <p:cNvPr id="153" name="Google Shape;153;p9"/>
          <p:cNvGrpSpPr/>
          <p:nvPr/>
        </p:nvGrpSpPr>
        <p:grpSpPr>
          <a:xfrm>
            <a:off x="385762" y="261937"/>
            <a:ext cx="6788784" cy="9667875"/>
            <a:chOff x="385762" y="261937"/>
            <a:chExt cx="6788784" cy="9667875"/>
          </a:xfrm>
        </p:grpSpPr>
        <p:sp>
          <p:nvSpPr>
            <p:cNvPr id="154" name="Google Shape;154;p9"/>
            <p:cNvSpPr/>
            <p:nvPr/>
          </p:nvSpPr>
          <p:spPr>
            <a:xfrm>
              <a:off x="425742" y="261937"/>
              <a:ext cx="6708775" cy="9667875"/>
            </a:xfrm>
            <a:custGeom>
              <a:avLst/>
              <a:gdLst/>
              <a:ahLst/>
              <a:cxnLst/>
              <a:rect l="l" t="t" r="r" b="b"/>
              <a:pathLst>
                <a:path w="6708775" h="9667875" extrusionOk="0">
                  <a:moveTo>
                    <a:pt x="6708571" y="20929"/>
                  </a:moveTo>
                  <a:lnTo>
                    <a:pt x="6671997" y="1374"/>
                  </a:lnTo>
                  <a:lnTo>
                    <a:pt x="6658063" y="0"/>
                  </a:lnTo>
                  <a:lnTo>
                    <a:pt x="50507" y="0"/>
                  </a:lnTo>
                  <a:lnTo>
                    <a:pt x="10820" y="12044"/>
                  </a:lnTo>
                  <a:lnTo>
                    <a:pt x="5191" y="16220"/>
                  </a:lnTo>
                  <a:lnTo>
                    <a:pt x="0" y="20929"/>
                  </a:lnTo>
                </a:path>
                <a:path w="6708775" h="9667875" extrusionOk="0">
                  <a:moveTo>
                    <a:pt x="0" y="9646945"/>
                  </a:moveTo>
                  <a:lnTo>
                    <a:pt x="36574" y="9666500"/>
                  </a:lnTo>
                  <a:lnTo>
                    <a:pt x="50507" y="9667875"/>
                  </a:lnTo>
                  <a:lnTo>
                    <a:pt x="6634251" y="9667875"/>
                  </a:lnTo>
                  <a:lnTo>
                    <a:pt x="6678428" y="9664799"/>
                  </a:lnTo>
                  <a:lnTo>
                    <a:pt x="6703380" y="9651654"/>
                  </a:lnTo>
                  <a:lnTo>
                    <a:pt x="6708571" y="9646945"/>
                  </a:lnTo>
                </a:path>
              </a:pathLst>
            </a:custGeom>
            <a:noFill/>
            <a:ln w="476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
          <p:nvSpPr>
            <p:cNvPr id="155" name="Google Shape;155;p9"/>
            <p:cNvSpPr/>
            <p:nvPr/>
          </p:nvSpPr>
          <p:spPr>
            <a:xfrm>
              <a:off x="385762" y="269392"/>
              <a:ext cx="6788784" cy="9653270"/>
            </a:xfrm>
            <a:custGeom>
              <a:avLst/>
              <a:gdLst/>
              <a:ahLst/>
              <a:cxnLst/>
              <a:rect l="l" t="t" r="r" b="b"/>
              <a:pathLst>
                <a:path w="6788784" h="9653270" extrusionOk="0">
                  <a:moveTo>
                    <a:pt x="26504" y="0"/>
                  </a:moveTo>
                  <a:lnTo>
                    <a:pt x="3895" y="37713"/>
                  </a:lnTo>
                  <a:lnTo>
                    <a:pt x="0" y="63982"/>
                  </a:lnTo>
                  <a:lnTo>
                    <a:pt x="0" y="9584220"/>
                  </a:lnTo>
                  <a:lnTo>
                    <a:pt x="6883" y="9623615"/>
                  </a:lnTo>
                  <a:lnTo>
                    <a:pt x="20540" y="9646386"/>
                  </a:lnTo>
                  <a:lnTo>
                    <a:pt x="26504" y="9652965"/>
                  </a:lnTo>
                </a:path>
                <a:path w="6788784" h="9653270" extrusionOk="0">
                  <a:moveTo>
                    <a:pt x="6762026" y="9652965"/>
                  </a:moveTo>
                  <a:lnTo>
                    <a:pt x="6784635" y="9615251"/>
                  </a:lnTo>
                  <a:lnTo>
                    <a:pt x="6788531" y="9588982"/>
                  </a:lnTo>
                  <a:lnTo>
                    <a:pt x="6788531" y="68745"/>
                  </a:lnTo>
                  <a:lnTo>
                    <a:pt x="6781647" y="29349"/>
                  </a:lnTo>
                  <a:lnTo>
                    <a:pt x="6767990" y="6578"/>
                  </a:lnTo>
                  <a:lnTo>
                    <a:pt x="6762026" y="0"/>
                  </a:lnTo>
                </a:path>
              </a:pathLst>
            </a:custGeom>
            <a:noFill/>
            <a:ln w="95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grpSp>
      <p:sp>
        <p:nvSpPr>
          <p:cNvPr id="2" name="Google Shape;147;p9">
            <a:extLst>
              <a:ext uri="{FF2B5EF4-FFF2-40B4-BE49-F238E27FC236}">
                <a16:creationId xmlns:a16="http://schemas.microsoft.com/office/drawing/2014/main" id="{41C9BEAB-0C0B-43C1-8BF1-E4101059A191}"/>
              </a:ext>
            </a:extLst>
          </p:cNvPr>
          <p:cNvSpPr/>
          <p:nvPr/>
        </p:nvSpPr>
        <p:spPr>
          <a:xfrm>
            <a:off x="533400" y="5693003"/>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264</TotalTime>
  <Words>440</Words>
  <Application>Microsoft Macintosh PowerPoint</Application>
  <PresentationFormat>Custom</PresentationFormat>
  <Paragraphs>70</Paragraphs>
  <Slides>2</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vt:i4>
      </vt:variant>
    </vt:vector>
  </HeadingPairs>
  <TitlesOfParts>
    <vt:vector size="7" baseType="lpstr">
      <vt:lpstr>Microsoft YaHei</vt:lpstr>
      <vt:lpstr>Noto Sans SC</vt:lpstr>
      <vt:lpstr>Arial</vt:lpstr>
      <vt:lpstr>Calibri</vt:lpstr>
      <vt:lpstr>Office Theme</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sam martin</cp:lastModifiedBy>
  <cp:revision>67</cp:revision>
  <dcterms:modified xsi:type="dcterms:W3CDTF">2026-02-02T14:04:26Z</dcterms:modified>
</cp:coreProperties>
</file>