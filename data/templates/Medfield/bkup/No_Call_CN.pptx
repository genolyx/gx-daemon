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818"/>
  </p:normalViewPr>
  <p:slideViewPr>
    <p:cSldViewPr snapToGrid="0">
      <p:cViewPr varScale="1">
        <p:scale>
          <a:sx n="119" d="100"/>
          <a:sy n="119" d="100"/>
        </p:scale>
        <p:origin x="6224" y="192"/>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Noto Sans SC" panose="020B0200000000000000" pitchFamily="34" charset="-128"/>
                <a:ea typeface="Noto Sans SC" panose="020B0200000000000000" pitchFamily="34" charset="-128"/>
                <a:cs typeface="Noto Sans Kannada" panose="020B0502040504020204" pitchFamily="34" charset="0"/>
                <a:sym typeface="Microsoft YaHei"/>
              </a:rPr>
              <a:t>Version_1_20240912</a:t>
            </a:r>
            <a:endParaRPr sz="8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3708507227"/>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&lt;&lt;MRN&gt;&gt;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dirty="0">
                          <a:latin typeface="Noto Sans SC" panose="020B0200000000000000" pitchFamily="34" charset="-128"/>
                          <a:ea typeface="Noto Sans SC" panose="020B0200000000000000" pitchFamily="34" charset="-128"/>
                          <a:cs typeface="Arial"/>
                          <a:sym typeface="Arial"/>
                        </a:rPr>
                        <a:t>&lt;&lt;Hospital&gt;&gt;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&lt;&lt;Doctor&gt;&gt;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3" y="3831425"/>
            <a:ext cx="519669"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9" name="Google Shape;119;p7"/>
          <p:cNvSpPr/>
          <p:nvPr/>
        </p:nvSpPr>
        <p:spPr>
          <a:xfrm>
            <a:off x="5439054" y="9674606"/>
            <a:ext cx="1090295"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0" name="Google Shape;120;p7"/>
          <p:cNvSpPr txBox="1"/>
          <p:nvPr/>
        </p:nvSpPr>
        <p:spPr>
          <a:xfrm>
            <a:off x="5685688" y="9677489"/>
            <a:ext cx="5969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報告簽署人</a:t>
            </a:r>
            <a:endParaRPr sz="90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3" name="Google Shape;121;p7">
            <a:extLst>
              <a:ext uri="{FF2B5EF4-FFF2-40B4-BE49-F238E27FC236}">
                <a16:creationId xmlns:a16="http://schemas.microsoft.com/office/drawing/2014/main" id="{44F418FA-4943-BAAE-8D0B-A4FFA1ABEE0C}"/>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2" name="TextBox 1">
            <a:extLst>
              <a:ext uri="{FF2B5EF4-FFF2-40B4-BE49-F238E27FC236}">
                <a16:creationId xmlns:a16="http://schemas.microsoft.com/office/drawing/2014/main" id="{CE89A253-835C-EC99-0153-5FCE791C3018}"/>
              </a:ext>
            </a:extLst>
          </p:cNvPr>
          <p:cNvSpPr txBox="1"/>
          <p:nvPr/>
        </p:nvSpPr>
        <p:spPr>
          <a:xfrm>
            <a:off x="679709" y="4129296"/>
            <a:ext cx="3569855" cy="261610"/>
          </a:xfrm>
          <a:prstGeom prst="rect">
            <a:avLst/>
          </a:prstGeom>
          <a:noFill/>
        </p:spPr>
        <p:txBody>
          <a:bodyPr wrap="square" rtlCol="0">
            <a:spAutoFit/>
          </a:bodyPr>
          <a:lstStyle/>
          <a:p>
            <a:r>
              <a:rPr lang="ja-JP" altLang="en-US" sz="1100">
                <a:latin typeface="Noto Sans SC" panose="020B0200000000000000" pitchFamily="34" charset="-128"/>
                <a:ea typeface="Noto Sans SC" panose="020B0200000000000000" pitchFamily="34" charset="-128"/>
              </a:rPr>
              <a:t>母血中胎兒濃度</a:t>
            </a:r>
            <a:r>
              <a:rPr lang="en-US" altLang="ja-JP" sz="1100" dirty="0">
                <a:latin typeface="Noto Sans SC" panose="020B0200000000000000" pitchFamily="34" charset="-128"/>
                <a:ea typeface="Noto Sans SC" panose="020B0200000000000000" pitchFamily="34" charset="-128"/>
              </a:rPr>
              <a:t>&lt;4%</a:t>
            </a:r>
            <a:r>
              <a:rPr lang="ja-JP" altLang="en-US" sz="1100">
                <a:latin typeface="Noto Sans SC" panose="020B0200000000000000" pitchFamily="34" charset="-128"/>
                <a:ea typeface="Noto Sans SC" panose="020B0200000000000000" pitchFamily="34" charset="-128"/>
              </a:rPr>
              <a:t>，無法獲得結果</a:t>
            </a:r>
            <a:endParaRPr lang="en-US" sz="1100" dirty="0">
              <a:latin typeface="Noto Sans SC" panose="020B0200000000000000" pitchFamily="34" charset="-128"/>
              <a:ea typeface="Noto Sans SC" panose="020B0200000000000000" pitchFamily="34" charset="-128"/>
            </a:endParaRPr>
          </a:p>
        </p:txBody>
      </p:sp>
      <p:sp>
        <p:nvSpPr>
          <p:cNvPr id="4" name="Google Shape;87;p7">
            <a:extLst>
              <a:ext uri="{FF2B5EF4-FFF2-40B4-BE49-F238E27FC236}">
                <a16:creationId xmlns:a16="http://schemas.microsoft.com/office/drawing/2014/main" id="{3AF3DC11-F952-B64A-C890-572DFDEE79E7}"/>
              </a:ext>
            </a:extLst>
          </p:cNvPr>
          <p:cNvSpPr txBox="1"/>
          <p:nvPr/>
        </p:nvSpPr>
        <p:spPr>
          <a:xfrm>
            <a:off x="568325" y="3543976"/>
            <a:ext cx="1357457" cy="185307"/>
          </a:xfrm>
          <a:prstGeom prst="rect">
            <a:avLst/>
          </a:prstGeom>
          <a:noFill/>
          <a:ln>
            <a:noFill/>
          </a:ln>
        </p:spPr>
        <p:txBody>
          <a:bodyPr spcFirstLastPara="1" wrap="square" lIns="0" tIns="15875" rIns="0" bIns="0" anchor="t" anchorCtr="0">
            <a:spAutoFit/>
          </a:bodyPr>
          <a:lstStyle/>
          <a:p>
            <a:pPr marL="12700" lvl="0"/>
            <a:r>
              <a:rPr lang="ja-JP" altLang="en-US" sz="110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未接電話</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 name="TextBox 4">
            <a:extLst>
              <a:ext uri="{FF2B5EF4-FFF2-40B4-BE49-F238E27FC236}">
                <a16:creationId xmlns:a16="http://schemas.microsoft.com/office/drawing/2014/main" id="{88B362CA-7AD7-9CA9-E21F-2738EED3F7C1}"/>
              </a:ext>
            </a:extLst>
          </p:cNvPr>
          <p:cNvSpPr txBox="1"/>
          <p:nvPr/>
        </p:nvSpPr>
        <p:spPr>
          <a:xfrm>
            <a:off x="490979" y="3785509"/>
            <a:ext cx="607859" cy="261610"/>
          </a:xfrm>
          <a:prstGeom prst="rect">
            <a:avLst/>
          </a:prstGeom>
          <a:noFill/>
        </p:spPr>
        <p:txBody>
          <a:bodyPr wrap="none" rtlCol="0">
            <a:spAutoFit/>
          </a:bodyPr>
          <a:lstStyle/>
          <a:p>
            <a:r>
              <a:rPr lang="ja-JP" altLang="en-US" sz="110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7" name="Google Shape;147;p9"/>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&lt;</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dirty="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83300"/>
              </a:lnSpc>
              <a:spcBef>
                <a:spcPts val="1595"/>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該檢測由大安聯合醫事實驗室進行並由遺傳諮詢顧問</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LEE</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CN</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M.D.</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報告覆核，實驗室為精準醫療分子檢測之認證實驗室，並通過美國病理學會（CAP）認證，可進行準確的基因檢測。</a:t>
            </a:r>
            <a:endParaRPr sz="90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TextBox 1">
            <a:extLst>
              <a:ext uri="{FF2B5EF4-FFF2-40B4-BE49-F238E27FC236}">
                <a16:creationId xmlns:a16="http://schemas.microsoft.com/office/drawing/2014/main" id="{8144C192-FB4F-0229-F5FD-8F10D7A6B109}"/>
              </a:ext>
            </a:extLst>
          </p:cNvPr>
          <p:cNvSpPr txBox="1"/>
          <p:nvPr/>
        </p:nvSpPr>
        <p:spPr>
          <a:xfrm>
            <a:off x="120650" y="730250"/>
            <a:ext cx="184731" cy="307777"/>
          </a:xfrm>
          <a:prstGeom prst="rect">
            <a:avLst/>
          </a:prstGeom>
          <a:noFill/>
        </p:spPr>
        <p:txBody>
          <a:bodyPr wrap="none" rtlCol="0">
            <a:spAutoFit/>
          </a:bodyPr>
          <a:lstStyle/>
          <a:p>
            <a:endParaRPr lang="en-US" dirty="0">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TotalTime>
  <Words>291</Words>
  <Application>Microsoft Macintosh PowerPoint</Application>
  <PresentationFormat>Custom</PresentationFormat>
  <Paragraphs>51</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67</cp:revision>
  <dcterms:modified xsi:type="dcterms:W3CDTF">2025-07-31T15:56:03Z</dcterms:modified>
</cp:coreProperties>
</file>