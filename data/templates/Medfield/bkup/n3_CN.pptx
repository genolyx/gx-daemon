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818"/>
  </p:normalViewPr>
  <p:slideViewPr>
    <p:cSldViewPr snapToGrid="0">
      <p:cViewPr>
        <p:scale>
          <a:sx n="216" d="100"/>
          <a:sy n="216" d="100"/>
        </p:scale>
        <p:origin x="3912" y="-116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386634718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78695"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4" name="Google Shape;54;p7"/>
          <p:cNvSpPr txBox="1"/>
          <p:nvPr/>
        </p:nvSpPr>
        <p:spPr>
          <a:xfrm>
            <a:off x="2797750" y="4154425"/>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7" name="Google Shape;57;p7"/>
          <p:cNvSpPr txBox="1"/>
          <p:nvPr/>
        </p:nvSpPr>
        <p:spPr>
          <a:xfrm>
            <a:off x="2797750" y="4514330"/>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0" name="Google Shape;60;p7"/>
          <p:cNvSpPr txBox="1"/>
          <p:nvPr/>
        </p:nvSpPr>
        <p:spPr>
          <a:xfrm>
            <a:off x="2797750" y="4874235"/>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121;p7">
            <a:extLst>
              <a:ext uri="{FF2B5EF4-FFF2-40B4-BE49-F238E27FC236}">
                <a16:creationId xmlns:a16="http://schemas.microsoft.com/office/drawing/2014/main" id="{44F418FA-4943-BAAE-8D0B-A4FFA1ABEE0C}"/>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2" name="Google Shape;122;p7">
            <a:extLst>
              <a:ext uri="{FF2B5EF4-FFF2-40B4-BE49-F238E27FC236}">
                <a16:creationId xmlns:a16="http://schemas.microsoft.com/office/drawing/2014/main" id="{8408D73D-D0CC-C066-A156-1FBB1A78E8EC}"/>
              </a:ext>
            </a:extLst>
          </p:cNvPr>
          <p:cNvSpPr txBox="1"/>
          <p:nvPr/>
        </p:nvSpPr>
        <p:spPr>
          <a:xfrm>
            <a:off x="520700" y="3503225"/>
            <a:ext cx="1860900"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p:txBody>
      </p:sp>
      <p:sp>
        <p:nvSpPr>
          <p:cNvPr id="4" name="TextBox 3">
            <a:extLst>
              <a:ext uri="{FF2B5EF4-FFF2-40B4-BE49-F238E27FC236}">
                <a16:creationId xmlns:a16="http://schemas.microsoft.com/office/drawing/2014/main" id="{AD05D564-1B34-FBD9-5C4B-CDE02279AAC9}"/>
              </a:ext>
            </a:extLst>
          </p:cNvPr>
          <p:cNvSpPr txBox="1"/>
          <p:nvPr/>
        </p:nvSpPr>
        <p:spPr>
          <a:xfrm>
            <a:off x="533401" y="3785532"/>
            <a:ext cx="811344" cy="261610"/>
          </a:xfrm>
          <a:prstGeom prst="rect">
            <a:avLst/>
          </a:prstGeom>
          <a:noFill/>
        </p:spPr>
        <p:txBody>
          <a:bodyPr wrap="squar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7" name="Google Shape;147;p9"/>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144C192-FB4F-0229-F5FD-8F10D7A6B109}"/>
              </a:ext>
            </a:extLst>
          </p:cNvPr>
          <p:cNvSpPr txBox="1"/>
          <p:nvPr/>
        </p:nvSpPr>
        <p:spPr>
          <a:xfrm>
            <a:off x="120650" y="730250"/>
            <a:ext cx="184731" cy="307777"/>
          </a:xfrm>
          <a:prstGeom prst="rect">
            <a:avLst/>
          </a:prstGeom>
          <a:noFill/>
        </p:spPr>
        <p:txBody>
          <a:bodyPr wrap="none" rtlCol="0">
            <a:spAutoFit/>
          </a:bodyPr>
          <a:lstStyle/>
          <a:p>
            <a:endParaRPr lang="en-US" dirty="0">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296</Words>
  <Application>Microsoft Macintosh PowerPoint</Application>
  <PresentationFormat>Custom</PresentationFormat>
  <Paragraphs>56</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63</cp:revision>
  <dcterms:modified xsi:type="dcterms:W3CDTF">2025-07-31T04:39:54Z</dcterms:modified>
</cp:coreProperties>
</file>