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6"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90"/>
  </p:normalViewPr>
  <p:slideViewPr>
    <p:cSldViewPr snapToGrid="0">
      <p:cViewPr varScale="1">
        <p:scale>
          <a:sx n="102" d="100"/>
          <a:sy n="102" d="100"/>
        </p:scale>
        <p:origin x="443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10619894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5524949"/>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52586"/>
          </a:xfrm>
          <a:prstGeom prst="rect">
            <a:avLst/>
          </a:prstGeom>
          <a:noFill/>
          <a:ln>
            <a:noFill/>
          </a:ln>
        </p:spPr>
        <p:txBody>
          <a:bodyPr spcFirstLastPara="1" wrap="square" lIns="0" tIns="13950"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Version_2_20251026</a:t>
            </a: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2767642544"/>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27110" y="3522550"/>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2" name="Google Shape;122;p7">
            <a:extLst>
              <a:ext uri="{FF2B5EF4-FFF2-40B4-BE49-F238E27FC236}">
                <a16:creationId xmlns:a16="http://schemas.microsoft.com/office/drawing/2014/main" id="{D504EAA8-4513-CB0D-CC82-3E1A3862B185}"/>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209668"/>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122;p7">
            <a:extLst>
              <a:ext uri="{FF2B5EF4-FFF2-40B4-BE49-F238E27FC236}">
                <a16:creationId xmlns:a16="http://schemas.microsoft.com/office/drawing/2014/main" id="{668BBDAD-7E5D-015B-1C4C-FA3063291BA6}"/>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 name="Google Shape;54;p7">
            <a:extLst>
              <a:ext uri="{FF2B5EF4-FFF2-40B4-BE49-F238E27FC236}">
                <a16:creationId xmlns:a16="http://schemas.microsoft.com/office/drawing/2014/main" id="{3BC2E336-BC87-3116-FB37-44B5432280F9}"/>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 name="Google Shape;57;p7">
            <a:extLst>
              <a:ext uri="{FF2B5EF4-FFF2-40B4-BE49-F238E27FC236}">
                <a16:creationId xmlns:a16="http://schemas.microsoft.com/office/drawing/2014/main" id="{7954583B-AED6-60A0-674D-1A80B918AA66}"/>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0" name="Google Shape;60;p7">
            <a:extLst>
              <a:ext uri="{FF2B5EF4-FFF2-40B4-BE49-F238E27FC236}">
                <a16:creationId xmlns:a16="http://schemas.microsoft.com/office/drawing/2014/main" id="{40EFFC86-0760-1ED9-E513-510006EE3AAB}"/>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extLst>
              <p:ext uri="{D42A27DB-BD31-4B8C-83A1-F6EECF244321}">
                <p14:modId xmlns:p14="http://schemas.microsoft.com/office/powerpoint/2010/main" val="2699153314"/>
              </p:ext>
            </p:extLst>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3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97985840-4EF0-A04E-8A23-5891941578C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307</TotalTime>
  <Words>856</Words>
  <Application>Microsoft Macintosh PowerPoint</Application>
  <PresentationFormat>Custom</PresentationFormat>
  <Paragraphs>101</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3_디자인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59</cp:revision>
  <dcterms:modified xsi:type="dcterms:W3CDTF">2025-10-28T14:21:16Z</dcterms:modified>
</cp:coreProperties>
</file>