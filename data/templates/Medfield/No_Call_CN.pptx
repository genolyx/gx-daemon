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040"/>
    <p:restoredTop sz="94865"/>
  </p:normalViewPr>
  <p:slideViewPr>
    <p:cSldViewPr snapToGrid="0">
      <p:cViewPr varScale="1">
        <p:scale>
          <a:sx n="129" d="100"/>
          <a:sy n="129" d="100"/>
        </p:scale>
        <p:origin x="4944" y="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33256"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3708507227"/>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19669"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3" name="Google Shape;121;p7">
            <a:extLst>
              <a:ext uri="{FF2B5EF4-FFF2-40B4-BE49-F238E27FC236}">
                <a16:creationId xmlns:a16="http://schemas.microsoft.com/office/drawing/2014/main" id="{44F418FA-4943-BAAE-8D0B-A4FFA1ABEE0C}"/>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2" name="TextBox 1">
            <a:extLst>
              <a:ext uri="{FF2B5EF4-FFF2-40B4-BE49-F238E27FC236}">
                <a16:creationId xmlns:a16="http://schemas.microsoft.com/office/drawing/2014/main" id="{CE89A253-835C-EC99-0153-5FCE791C3018}"/>
              </a:ext>
            </a:extLst>
          </p:cNvPr>
          <p:cNvSpPr txBox="1"/>
          <p:nvPr/>
        </p:nvSpPr>
        <p:spPr>
          <a:xfrm>
            <a:off x="679709" y="4129296"/>
            <a:ext cx="3569855" cy="261610"/>
          </a:xfrm>
          <a:prstGeom prst="rect">
            <a:avLst/>
          </a:prstGeom>
          <a:noFill/>
        </p:spPr>
        <p:txBody>
          <a:bodyPr wrap="square" rtlCol="0">
            <a:spAutoFit/>
          </a:bodyPr>
          <a:lstStyle/>
          <a:p>
            <a:r>
              <a:rPr lang="ja-JP" altLang="en-US" sz="1100">
                <a:latin typeface="Noto Sans SC" panose="020B0200000000000000" pitchFamily="34" charset="-128"/>
                <a:ea typeface="Noto Sans SC" panose="020B0200000000000000" pitchFamily="34" charset="-128"/>
              </a:rPr>
              <a:t>母血中胎兒濃度</a:t>
            </a:r>
            <a:r>
              <a:rPr lang="en-US" altLang="ja-JP" sz="1100" dirty="0">
                <a:latin typeface="Noto Sans SC" panose="020B0200000000000000" pitchFamily="34" charset="-128"/>
                <a:ea typeface="Noto Sans SC" panose="020B0200000000000000" pitchFamily="34" charset="-128"/>
              </a:rPr>
              <a:t>&lt;4%</a:t>
            </a:r>
            <a:r>
              <a:rPr lang="ja-JP" altLang="en-US" sz="1100">
                <a:latin typeface="Noto Sans SC" panose="020B0200000000000000" pitchFamily="34" charset="-128"/>
                <a:ea typeface="Noto Sans SC" panose="020B0200000000000000" pitchFamily="34" charset="-128"/>
              </a:rPr>
              <a:t>，無法獲得結果</a:t>
            </a:r>
            <a:endParaRPr lang="en-US" sz="1100" dirty="0">
              <a:latin typeface="Noto Sans SC" panose="020B0200000000000000" pitchFamily="34" charset="-128"/>
              <a:ea typeface="Noto Sans SC" panose="020B0200000000000000" pitchFamily="34" charset="-128"/>
            </a:endParaRPr>
          </a:p>
        </p:txBody>
      </p:sp>
      <p:sp>
        <p:nvSpPr>
          <p:cNvPr id="4" name="Google Shape;87;p7">
            <a:extLst>
              <a:ext uri="{FF2B5EF4-FFF2-40B4-BE49-F238E27FC236}">
                <a16:creationId xmlns:a16="http://schemas.microsoft.com/office/drawing/2014/main" id="{3AF3DC11-F952-B64A-C890-572DFDEE79E7}"/>
              </a:ext>
            </a:extLst>
          </p:cNvPr>
          <p:cNvSpPr txBox="1"/>
          <p:nvPr/>
        </p:nvSpPr>
        <p:spPr>
          <a:xfrm>
            <a:off x="568325" y="3543976"/>
            <a:ext cx="1357457" cy="185307"/>
          </a:xfrm>
          <a:prstGeom prst="rect">
            <a:avLst/>
          </a:prstGeom>
          <a:noFill/>
          <a:ln>
            <a:noFill/>
          </a:ln>
        </p:spPr>
        <p:txBody>
          <a:bodyPr spcFirstLastPara="1" wrap="square" lIns="0" tIns="15875" rIns="0" bIns="0" anchor="t" anchorCtr="0">
            <a:spAutoFit/>
          </a:bodyPr>
          <a:lstStyle/>
          <a:p>
            <a:pPr marL="12700" lvl="0"/>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未接電話</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 name="TextBox 4">
            <a:extLst>
              <a:ext uri="{FF2B5EF4-FFF2-40B4-BE49-F238E27FC236}">
                <a16:creationId xmlns:a16="http://schemas.microsoft.com/office/drawing/2014/main" id="{88B362CA-7AD7-9CA9-E21F-2738EED3F7C1}"/>
              </a:ext>
            </a:extLst>
          </p:cNvPr>
          <p:cNvSpPr txBox="1"/>
          <p:nvPr/>
        </p:nvSpPr>
        <p:spPr>
          <a:xfrm>
            <a:off x="490979" y="3785509"/>
            <a:ext cx="607859" cy="261610"/>
          </a:xfrm>
          <a:prstGeom prst="rect">
            <a:avLst/>
          </a:prstGeom>
          <a:noFill/>
        </p:spPr>
        <p:txBody>
          <a:bodyPr wrap="non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graphicFrame>
        <p:nvGraphicFramePr>
          <p:cNvPr id="8" name="Table 7">
            <a:extLst>
              <a:ext uri="{FF2B5EF4-FFF2-40B4-BE49-F238E27FC236}">
                <a16:creationId xmlns:a16="http://schemas.microsoft.com/office/drawing/2014/main" id="{C31D6F12-CBB1-A37E-E6B3-727CA8EAF80E}"/>
              </a:ext>
            </a:extLst>
          </p:cNvPr>
          <p:cNvGraphicFramePr>
            <a:graphicFrameLocks noGrp="1"/>
          </p:cNvGraphicFramePr>
          <p:nvPr>
            <p:extLst>
              <p:ext uri="{D42A27DB-BD31-4B8C-83A1-F6EECF244321}">
                <p14:modId xmlns:p14="http://schemas.microsoft.com/office/powerpoint/2010/main" val="192750789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9" name="圖片 1">
            <a:extLst>
              <a:ext uri="{FF2B5EF4-FFF2-40B4-BE49-F238E27FC236}">
                <a16:creationId xmlns:a16="http://schemas.microsoft.com/office/drawing/2014/main" id="{0D5401E9-E856-DCBA-2883-30A862958713}"/>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7" name="Picture 6" descr="A black and white logo&#10;&#10;AI-generated content may be incorrect.">
            <a:extLst>
              <a:ext uri="{FF2B5EF4-FFF2-40B4-BE49-F238E27FC236}">
                <a16:creationId xmlns:a16="http://schemas.microsoft.com/office/drawing/2014/main" id="{8C909645-65EE-0008-1282-AF82AAD42388}"/>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7" name="Google Shape;147;p9"/>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144C192-FB4F-0229-F5FD-8F10D7A6B109}"/>
              </a:ext>
            </a:extLst>
          </p:cNvPr>
          <p:cNvSpPr txBox="1"/>
          <p:nvPr/>
        </p:nvSpPr>
        <p:spPr>
          <a:xfrm>
            <a:off x="120650" y="730250"/>
            <a:ext cx="184731" cy="307777"/>
          </a:xfrm>
          <a:prstGeom prst="rect">
            <a:avLst/>
          </a:prstGeom>
          <a:noFill/>
        </p:spPr>
        <p:txBody>
          <a:bodyPr wrap="none" rtlCol="0">
            <a:spAutoFit/>
          </a:bodyPr>
          <a:lstStyle/>
          <a:p>
            <a:endParaRPr lang="en-US" dirty="0">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364</Words>
  <Application>Microsoft Macintosh PowerPoint</Application>
  <PresentationFormat>Custom</PresentationFormat>
  <Paragraphs>53</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72</cp:revision>
  <dcterms:modified xsi:type="dcterms:W3CDTF">2025-10-29T13:43:37Z</dcterms:modified>
</cp:coreProperties>
</file>