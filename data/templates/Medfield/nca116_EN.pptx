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5"/>
  </p:notesMasterIdLst>
  <p:sldIdLst>
    <p:sldId id="259" r:id="rId2"/>
    <p:sldId id="260" r:id="rId3"/>
    <p:sldId id="261" r:id="rId4"/>
  </p:sldIdLst>
  <p:sldSz cx="7556500" cy="10693400"/>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90"/>
  </p:normalViewPr>
  <p:slideViewPr>
    <p:cSldViewPr snapToGrid="0">
      <p:cViewPr varScale="1">
        <p:scale>
          <a:sx n="102" d="100"/>
          <a:sy n="102" d="100"/>
        </p:scale>
        <p:origin x="4432" y="1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A1EC7995-66F3-C094-EA31-E24ABA4B07FB}"/>
            </a:ext>
          </a:extLst>
        </p:cNvPr>
        <p:cNvGrpSpPr/>
        <p:nvPr/>
      </p:nvGrpSpPr>
      <p:grpSpPr>
        <a:xfrm>
          <a:off x="0" y="0"/>
          <a:ext cx="0" cy="0"/>
          <a:chOff x="0" y="0"/>
          <a:chExt cx="0" cy="0"/>
        </a:xfrm>
      </p:grpSpPr>
      <p:sp>
        <p:nvSpPr>
          <p:cNvPr id="124" name="Google Shape;124;p2:notes">
            <a:extLst>
              <a:ext uri="{FF2B5EF4-FFF2-40B4-BE49-F238E27FC236}">
                <a16:creationId xmlns:a16="http://schemas.microsoft.com/office/drawing/2014/main" id="{EB4D4D0F-8A00-7C54-474E-8196626778B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2:notes">
            <a:extLst>
              <a:ext uri="{FF2B5EF4-FFF2-40B4-BE49-F238E27FC236}">
                <a16:creationId xmlns:a16="http://schemas.microsoft.com/office/drawing/2014/main" id="{A822D8E7-3952-A35E-9FFE-99A14EA21AC0}"/>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8243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738" y="1750055"/>
            <a:ext cx="6423025" cy="3722887"/>
          </a:xfrm>
        </p:spPr>
        <p:txBody>
          <a:bodyPr anchor="b"/>
          <a:lstStyle>
            <a:lvl1pPr algn="ctr">
              <a:defRPr sz="4958"/>
            </a:lvl1pPr>
          </a:lstStyle>
          <a:p>
            <a:r>
              <a:rPr lang="en-US"/>
              <a:t>Click to edit Master title style</a:t>
            </a:r>
            <a:endParaRPr lang="en-US" dirty="0"/>
          </a:p>
        </p:txBody>
      </p:sp>
      <p:sp>
        <p:nvSpPr>
          <p:cNvPr id="3" name="Subtitle 2"/>
          <p:cNvSpPr>
            <a:spLocks noGrp="1"/>
          </p:cNvSpPr>
          <p:nvPr>
            <p:ph type="subTitle" idx="1"/>
          </p:nvPr>
        </p:nvSpPr>
        <p:spPr>
          <a:xfrm>
            <a:off x="944563" y="5616511"/>
            <a:ext cx="5667375" cy="2581762"/>
          </a:xfrm>
        </p:spPr>
        <p:txBody>
          <a:bodyPr/>
          <a:lstStyle>
            <a:lvl1pPr marL="0" indent="0" algn="ctr">
              <a:buNone/>
              <a:defRPr sz="1983"/>
            </a:lvl1pPr>
            <a:lvl2pPr marL="377830" indent="0" algn="ctr">
              <a:buNone/>
              <a:defRPr sz="1653"/>
            </a:lvl2pPr>
            <a:lvl3pPr marL="755660" indent="0" algn="ctr">
              <a:buNone/>
              <a:defRPr sz="1488"/>
            </a:lvl3pPr>
            <a:lvl4pPr marL="1133490" indent="0" algn="ctr">
              <a:buNone/>
              <a:defRPr sz="1322"/>
            </a:lvl4pPr>
            <a:lvl5pPr marL="1511320" indent="0" algn="ctr">
              <a:buNone/>
              <a:defRPr sz="1322"/>
            </a:lvl5pPr>
            <a:lvl6pPr marL="1889150" indent="0" algn="ctr">
              <a:buNone/>
              <a:defRPr sz="1322"/>
            </a:lvl6pPr>
            <a:lvl7pPr marL="2266980" indent="0" algn="ctr">
              <a:buNone/>
              <a:defRPr sz="1322"/>
            </a:lvl7pPr>
            <a:lvl8pPr marL="2644811" indent="0" algn="ctr">
              <a:buNone/>
              <a:defRPr sz="1322"/>
            </a:lvl8pPr>
            <a:lvl9pPr marL="3022641" indent="0" algn="ctr">
              <a:buNone/>
              <a:defRPr sz="132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235164377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25311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574" y="2665927"/>
            <a:ext cx="6517481" cy="4448157"/>
          </a:xfrm>
        </p:spPr>
        <p:txBody>
          <a:bodyPr anchor="b"/>
          <a:lstStyle>
            <a:lvl1pPr>
              <a:defRPr sz="4958"/>
            </a:lvl1pPr>
          </a:lstStyle>
          <a:p>
            <a:r>
              <a:rPr lang="en-US"/>
              <a:t>Click to edit Master title style</a:t>
            </a:r>
            <a:endParaRPr lang="en-US" dirty="0"/>
          </a:p>
        </p:txBody>
      </p:sp>
      <p:sp>
        <p:nvSpPr>
          <p:cNvPr id="3" name="Text Placeholder 2"/>
          <p:cNvSpPr>
            <a:spLocks noGrp="1"/>
          </p:cNvSpPr>
          <p:nvPr>
            <p:ph type="body" idx="1"/>
          </p:nvPr>
        </p:nvSpPr>
        <p:spPr>
          <a:xfrm>
            <a:off x="515574" y="7156165"/>
            <a:ext cx="6517481" cy="2339180"/>
          </a:xfrm>
        </p:spPr>
        <p:txBody>
          <a:bodyPr/>
          <a:lstStyle>
            <a:lvl1pPr marL="0" indent="0">
              <a:buNone/>
              <a:defRPr sz="1983">
                <a:solidFill>
                  <a:schemeClr val="tx1"/>
                </a:solidFill>
              </a:defRPr>
            </a:lvl1pPr>
            <a:lvl2pPr marL="377830" indent="0">
              <a:buNone/>
              <a:defRPr sz="1653">
                <a:solidFill>
                  <a:schemeClr val="tx1">
                    <a:tint val="75000"/>
                  </a:schemeClr>
                </a:solidFill>
              </a:defRPr>
            </a:lvl2pPr>
            <a:lvl3pPr marL="755660" indent="0">
              <a:buNone/>
              <a:defRPr sz="1488">
                <a:solidFill>
                  <a:schemeClr val="tx1">
                    <a:tint val="75000"/>
                  </a:schemeClr>
                </a:solidFill>
              </a:defRPr>
            </a:lvl3pPr>
            <a:lvl4pPr marL="1133490" indent="0">
              <a:buNone/>
              <a:defRPr sz="1322">
                <a:solidFill>
                  <a:schemeClr val="tx1">
                    <a:tint val="75000"/>
                  </a:schemeClr>
                </a:solidFill>
              </a:defRPr>
            </a:lvl4pPr>
            <a:lvl5pPr marL="1511320" indent="0">
              <a:buNone/>
              <a:defRPr sz="1322">
                <a:solidFill>
                  <a:schemeClr val="tx1">
                    <a:tint val="75000"/>
                  </a:schemeClr>
                </a:solidFill>
              </a:defRPr>
            </a:lvl5pPr>
            <a:lvl6pPr marL="1889150" indent="0">
              <a:buNone/>
              <a:defRPr sz="1322">
                <a:solidFill>
                  <a:schemeClr val="tx1">
                    <a:tint val="75000"/>
                  </a:schemeClr>
                </a:solidFill>
              </a:defRPr>
            </a:lvl6pPr>
            <a:lvl7pPr marL="2266980" indent="0">
              <a:buNone/>
              <a:defRPr sz="1322">
                <a:solidFill>
                  <a:schemeClr val="tx1">
                    <a:tint val="75000"/>
                  </a:schemeClr>
                </a:solidFill>
              </a:defRPr>
            </a:lvl7pPr>
            <a:lvl8pPr marL="2644811" indent="0">
              <a:buNone/>
              <a:defRPr sz="1322">
                <a:solidFill>
                  <a:schemeClr val="tx1">
                    <a:tint val="75000"/>
                  </a:schemeClr>
                </a:solidFill>
              </a:defRPr>
            </a:lvl8pPr>
            <a:lvl9pPr marL="3022641" indent="0">
              <a:buNone/>
              <a:defRPr sz="132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356882154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509"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5478"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9902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494" y="569327"/>
            <a:ext cx="6517481" cy="206689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495" y="2621369"/>
            <a:ext cx="3196753" cy="1284692"/>
          </a:xfrm>
        </p:spPr>
        <p:txBody>
          <a:bodyPr anchor="b"/>
          <a:lstStyle>
            <a:lvl1pPr marL="0" indent="0">
              <a:buNone/>
              <a:defRPr sz="1983" b="1"/>
            </a:lvl1pPr>
            <a:lvl2pPr marL="377830" indent="0">
              <a:buNone/>
              <a:defRPr sz="1653" b="1"/>
            </a:lvl2pPr>
            <a:lvl3pPr marL="755660" indent="0">
              <a:buNone/>
              <a:defRPr sz="1488" b="1"/>
            </a:lvl3pPr>
            <a:lvl4pPr marL="1133490" indent="0">
              <a:buNone/>
              <a:defRPr sz="1322" b="1"/>
            </a:lvl4pPr>
            <a:lvl5pPr marL="1511320" indent="0">
              <a:buNone/>
              <a:defRPr sz="1322" b="1"/>
            </a:lvl5pPr>
            <a:lvl6pPr marL="1889150" indent="0">
              <a:buNone/>
              <a:defRPr sz="1322" b="1"/>
            </a:lvl6pPr>
            <a:lvl7pPr marL="2266980" indent="0">
              <a:buNone/>
              <a:defRPr sz="1322" b="1"/>
            </a:lvl7pPr>
            <a:lvl8pPr marL="2644811" indent="0">
              <a:buNone/>
              <a:defRPr sz="1322" b="1"/>
            </a:lvl8pPr>
            <a:lvl9pPr marL="3022641" indent="0">
              <a:buNone/>
              <a:defRPr sz="1322" b="1"/>
            </a:lvl9pPr>
          </a:lstStyle>
          <a:p>
            <a:pPr lvl="0"/>
            <a:r>
              <a:rPr lang="en-US"/>
              <a:t>Click to edit Master text styles</a:t>
            </a:r>
          </a:p>
        </p:txBody>
      </p:sp>
      <p:sp>
        <p:nvSpPr>
          <p:cNvPr id="4" name="Content Placeholder 3"/>
          <p:cNvSpPr>
            <a:spLocks noGrp="1"/>
          </p:cNvSpPr>
          <p:nvPr>
            <p:ph sz="half" idx="2"/>
          </p:nvPr>
        </p:nvSpPr>
        <p:spPr>
          <a:xfrm>
            <a:off x="520495" y="3906061"/>
            <a:ext cx="31967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5478" y="2621369"/>
            <a:ext cx="3212497" cy="1284692"/>
          </a:xfrm>
        </p:spPr>
        <p:txBody>
          <a:bodyPr anchor="b"/>
          <a:lstStyle>
            <a:lvl1pPr marL="0" indent="0">
              <a:buNone/>
              <a:defRPr sz="1983" b="1"/>
            </a:lvl1pPr>
            <a:lvl2pPr marL="377830" indent="0">
              <a:buNone/>
              <a:defRPr sz="1653" b="1"/>
            </a:lvl2pPr>
            <a:lvl3pPr marL="755660" indent="0">
              <a:buNone/>
              <a:defRPr sz="1488" b="1"/>
            </a:lvl3pPr>
            <a:lvl4pPr marL="1133490" indent="0">
              <a:buNone/>
              <a:defRPr sz="1322" b="1"/>
            </a:lvl4pPr>
            <a:lvl5pPr marL="1511320" indent="0">
              <a:buNone/>
              <a:defRPr sz="1322" b="1"/>
            </a:lvl5pPr>
            <a:lvl6pPr marL="1889150" indent="0">
              <a:buNone/>
              <a:defRPr sz="1322" b="1"/>
            </a:lvl6pPr>
            <a:lvl7pPr marL="2266980" indent="0">
              <a:buNone/>
              <a:defRPr sz="1322" b="1"/>
            </a:lvl7pPr>
            <a:lvl8pPr marL="2644811" indent="0">
              <a:buNone/>
              <a:defRPr sz="1322" b="1"/>
            </a:lvl8pPr>
            <a:lvl9pPr marL="3022641" indent="0">
              <a:buNone/>
              <a:defRPr sz="1322" b="1"/>
            </a:lvl9pPr>
          </a:lstStyle>
          <a:p>
            <a:pPr lvl="0"/>
            <a:r>
              <a:rPr lang="en-US"/>
              <a:t>Click to edit Master text styles</a:t>
            </a:r>
          </a:p>
        </p:txBody>
      </p:sp>
      <p:sp>
        <p:nvSpPr>
          <p:cNvPr id="6" name="Content Placeholder 5"/>
          <p:cNvSpPr>
            <a:spLocks noGrp="1"/>
          </p:cNvSpPr>
          <p:nvPr>
            <p:ph sz="quarter" idx="4"/>
          </p:nvPr>
        </p:nvSpPr>
        <p:spPr>
          <a:xfrm>
            <a:off x="3825478" y="3906061"/>
            <a:ext cx="3212497"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91927961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82251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28409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494" y="712893"/>
            <a:ext cx="2437168" cy="2495127"/>
          </a:xfrm>
        </p:spPr>
        <p:txBody>
          <a:bodyPr anchor="b"/>
          <a:lstStyle>
            <a:lvl1pPr>
              <a:defRPr sz="2644"/>
            </a:lvl1pPr>
          </a:lstStyle>
          <a:p>
            <a:r>
              <a:rPr lang="en-US"/>
              <a:t>Click to edit Master title style</a:t>
            </a:r>
            <a:endParaRPr lang="en-US" dirty="0"/>
          </a:p>
        </p:txBody>
      </p:sp>
      <p:sp>
        <p:nvSpPr>
          <p:cNvPr id="3" name="Content Placeholder 2"/>
          <p:cNvSpPr>
            <a:spLocks noGrp="1"/>
          </p:cNvSpPr>
          <p:nvPr>
            <p:ph idx="1"/>
          </p:nvPr>
        </p:nvSpPr>
        <p:spPr>
          <a:xfrm>
            <a:off x="3212497" y="1539654"/>
            <a:ext cx="3825478" cy="7599245"/>
          </a:xfrm>
        </p:spPr>
        <p:txBody>
          <a:bodyPr/>
          <a:lstStyle>
            <a:lvl1pPr>
              <a:defRPr sz="2644"/>
            </a:lvl1pPr>
            <a:lvl2pPr>
              <a:defRPr sz="2314"/>
            </a:lvl2pPr>
            <a:lvl3pPr>
              <a:defRPr sz="1983"/>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494" y="3208020"/>
            <a:ext cx="2437168" cy="5943254"/>
          </a:xfrm>
        </p:spPr>
        <p:txBody>
          <a:bodyPr/>
          <a:lstStyle>
            <a:lvl1pPr marL="0" indent="0">
              <a:buNone/>
              <a:defRPr sz="1322"/>
            </a:lvl1pPr>
            <a:lvl2pPr marL="377830" indent="0">
              <a:buNone/>
              <a:defRPr sz="1157"/>
            </a:lvl2pPr>
            <a:lvl3pPr marL="755660" indent="0">
              <a:buNone/>
              <a:defRPr sz="992"/>
            </a:lvl3pPr>
            <a:lvl4pPr marL="1133490" indent="0">
              <a:buNone/>
              <a:defRPr sz="826"/>
            </a:lvl4pPr>
            <a:lvl5pPr marL="1511320" indent="0">
              <a:buNone/>
              <a:defRPr sz="826"/>
            </a:lvl5pPr>
            <a:lvl6pPr marL="1889150" indent="0">
              <a:buNone/>
              <a:defRPr sz="826"/>
            </a:lvl6pPr>
            <a:lvl7pPr marL="2266980" indent="0">
              <a:buNone/>
              <a:defRPr sz="826"/>
            </a:lvl7pPr>
            <a:lvl8pPr marL="2644811" indent="0">
              <a:buNone/>
              <a:defRPr sz="826"/>
            </a:lvl8pPr>
            <a:lvl9pPr marL="3022641" indent="0">
              <a:buNone/>
              <a:defRPr sz="826"/>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80121757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494" y="712893"/>
            <a:ext cx="2437168" cy="2495127"/>
          </a:xfrm>
        </p:spPr>
        <p:txBody>
          <a:bodyPr anchor="b"/>
          <a:lstStyle>
            <a:lvl1pPr>
              <a:defRPr sz="2644"/>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2497" y="1539654"/>
            <a:ext cx="3825478" cy="7599245"/>
          </a:xfrm>
        </p:spPr>
        <p:txBody>
          <a:bodyPr anchor="t"/>
          <a:lstStyle>
            <a:lvl1pPr marL="0" indent="0">
              <a:buNone/>
              <a:defRPr sz="2644"/>
            </a:lvl1pPr>
            <a:lvl2pPr marL="377830" indent="0">
              <a:buNone/>
              <a:defRPr sz="2314"/>
            </a:lvl2pPr>
            <a:lvl3pPr marL="755660" indent="0">
              <a:buNone/>
              <a:defRPr sz="1983"/>
            </a:lvl3pPr>
            <a:lvl4pPr marL="1133490" indent="0">
              <a:buNone/>
              <a:defRPr sz="1653"/>
            </a:lvl4pPr>
            <a:lvl5pPr marL="1511320" indent="0">
              <a:buNone/>
              <a:defRPr sz="1653"/>
            </a:lvl5pPr>
            <a:lvl6pPr marL="1889150" indent="0">
              <a:buNone/>
              <a:defRPr sz="1653"/>
            </a:lvl6pPr>
            <a:lvl7pPr marL="2266980" indent="0">
              <a:buNone/>
              <a:defRPr sz="1653"/>
            </a:lvl7pPr>
            <a:lvl8pPr marL="2644811" indent="0">
              <a:buNone/>
              <a:defRPr sz="1653"/>
            </a:lvl8pPr>
            <a:lvl9pPr marL="3022641"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494" y="3208020"/>
            <a:ext cx="2437168" cy="5943254"/>
          </a:xfrm>
        </p:spPr>
        <p:txBody>
          <a:bodyPr/>
          <a:lstStyle>
            <a:lvl1pPr marL="0" indent="0">
              <a:buNone/>
              <a:defRPr sz="1322"/>
            </a:lvl1pPr>
            <a:lvl2pPr marL="377830" indent="0">
              <a:buNone/>
              <a:defRPr sz="1157"/>
            </a:lvl2pPr>
            <a:lvl3pPr marL="755660" indent="0">
              <a:buNone/>
              <a:defRPr sz="992"/>
            </a:lvl3pPr>
            <a:lvl4pPr marL="1133490" indent="0">
              <a:buNone/>
              <a:defRPr sz="826"/>
            </a:lvl4pPr>
            <a:lvl5pPr marL="1511320" indent="0">
              <a:buNone/>
              <a:defRPr sz="826"/>
            </a:lvl5pPr>
            <a:lvl6pPr marL="1889150" indent="0">
              <a:buNone/>
              <a:defRPr sz="826"/>
            </a:lvl6pPr>
            <a:lvl7pPr marL="2266980" indent="0">
              <a:buNone/>
              <a:defRPr sz="826"/>
            </a:lvl7pPr>
            <a:lvl8pPr marL="2644811" indent="0">
              <a:buNone/>
              <a:defRPr sz="826"/>
            </a:lvl8pPr>
            <a:lvl9pPr marL="3022641" indent="0">
              <a:buNone/>
              <a:defRPr sz="826"/>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7877139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115606477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7621" y="569325"/>
            <a:ext cx="1629370" cy="90621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510" y="569325"/>
            <a:ext cx="4793655"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271711279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obj">
  <p:cSld name="1_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19443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510" y="569327"/>
            <a:ext cx="6517481" cy="206689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510" y="2846623"/>
            <a:ext cx="6517481"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509" y="9911200"/>
            <a:ext cx="1700213" cy="569325"/>
          </a:xfrm>
          <a:prstGeom prst="rect">
            <a:avLst/>
          </a:prstGeom>
        </p:spPr>
        <p:txBody>
          <a:bodyPr vert="horz" lIns="91440" tIns="45720" rIns="91440" bIns="45720" rtlCol="0" anchor="ctr"/>
          <a:lstStyle>
            <a:lvl1pPr algn="l">
              <a:defRPr sz="992">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2503091" y="9911200"/>
            <a:ext cx="2550319" cy="569325"/>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36778" y="9911200"/>
            <a:ext cx="1700213" cy="569325"/>
          </a:xfrm>
          <a:prstGeom prst="rect">
            <a:avLst/>
          </a:prstGeom>
        </p:spPr>
        <p:txBody>
          <a:bodyPr vert="horz" lIns="91440" tIns="45720" rIns="91440" bIns="45720" rtlCol="0" anchor="ctr"/>
          <a:lstStyle>
            <a:lvl1pPr algn="r">
              <a:defRPr sz="992">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1865313554"/>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Lst>
  <p:hf sldNum="0" hdr="0" ftr="0" dt="0"/>
  <p:txStyles>
    <p:titleStyle>
      <a:lvl1pPr algn="l" defTabSz="755660" rtl="0" eaLnBrk="1" latinLnBrk="0" hangingPunct="1">
        <a:lnSpc>
          <a:spcPct val="90000"/>
        </a:lnSpc>
        <a:spcBef>
          <a:spcPct val="0"/>
        </a:spcBef>
        <a:buNone/>
        <a:defRPr sz="3636" kern="1200">
          <a:solidFill>
            <a:schemeClr val="tx1"/>
          </a:solidFill>
          <a:latin typeface="+mj-lt"/>
          <a:ea typeface="+mj-ea"/>
          <a:cs typeface="+mj-cs"/>
        </a:defRPr>
      </a:lvl1pPr>
    </p:titleStyle>
    <p:bodyStyle>
      <a:lvl1pPr marL="188915" indent="-188915" algn="l" defTabSz="755660" rtl="0" eaLnBrk="1" latinLnBrk="0" hangingPunct="1">
        <a:lnSpc>
          <a:spcPct val="90000"/>
        </a:lnSpc>
        <a:spcBef>
          <a:spcPts val="826"/>
        </a:spcBef>
        <a:buFont typeface="Arial" panose="020B0604020202020204" pitchFamily="34" charset="0"/>
        <a:buChar char="•"/>
        <a:defRPr sz="2314" kern="1200">
          <a:solidFill>
            <a:schemeClr val="tx1"/>
          </a:solidFill>
          <a:latin typeface="+mn-lt"/>
          <a:ea typeface="+mn-ea"/>
          <a:cs typeface="+mn-cs"/>
        </a:defRPr>
      </a:lvl1pPr>
      <a:lvl2pPr marL="566745" indent="-188915" algn="l" defTabSz="755660" rtl="0" eaLnBrk="1" latinLnBrk="0" hangingPunct="1">
        <a:lnSpc>
          <a:spcPct val="90000"/>
        </a:lnSpc>
        <a:spcBef>
          <a:spcPts val="413"/>
        </a:spcBef>
        <a:buFont typeface="Arial" panose="020B0604020202020204" pitchFamily="34" charset="0"/>
        <a:buChar char="•"/>
        <a:defRPr sz="1983" kern="1200">
          <a:solidFill>
            <a:schemeClr val="tx1"/>
          </a:solidFill>
          <a:latin typeface="+mn-lt"/>
          <a:ea typeface="+mn-ea"/>
          <a:cs typeface="+mn-cs"/>
        </a:defRPr>
      </a:lvl2pPr>
      <a:lvl3pPr marL="944575" indent="-188915" algn="l" defTabSz="755660"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405"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235"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065"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5896"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3726"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1556"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660" rtl="0" eaLnBrk="1" latinLnBrk="0" hangingPunct="1">
        <a:defRPr sz="1488" kern="1200">
          <a:solidFill>
            <a:schemeClr val="tx1"/>
          </a:solidFill>
          <a:latin typeface="+mn-lt"/>
          <a:ea typeface="+mn-ea"/>
          <a:cs typeface="+mn-cs"/>
        </a:defRPr>
      </a:lvl1pPr>
      <a:lvl2pPr marL="377830" algn="l" defTabSz="755660" rtl="0" eaLnBrk="1" latinLnBrk="0" hangingPunct="1">
        <a:defRPr sz="1488" kern="1200">
          <a:solidFill>
            <a:schemeClr val="tx1"/>
          </a:solidFill>
          <a:latin typeface="+mn-lt"/>
          <a:ea typeface="+mn-ea"/>
          <a:cs typeface="+mn-cs"/>
        </a:defRPr>
      </a:lvl2pPr>
      <a:lvl3pPr marL="755660" algn="l" defTabSz="755660" rtl="0" eaLnBrk="1" latinLnBrk="0" hangingPunct="1">
        <a:defRPr sz="1488" kern="1200">
          <a:solidFill>
            <a:schemeClr val="tx1"/>
          </a:solidFill>
          <a:latin typeface="+mn-lt"/>
          <a:ea typeface="+mn-ea"/>
          <a:cs typeface="+mn-cs"/>
        </a:defRPr>
      </a:lvl3pPr>
      <a:lvl4pPr marL="1133490" algn="l" defTabSz="755660" rtl="0" eaLnBrk="1" latinLnBrk="0" hangingPunct="1">
        <a:defRPr sz="1488" kern="1200">
          <a:solidFill>
            <a:schemeClr val="tx1"/>
          </a:solidFill>
          <a:latin typeface="+mn-lt"/>
          <a:ea typeface="+mn-ea"/>
          <a:cs typeface="+mn-cs"/>
        </a:defRPr>
      </a:lvl4pPr>
      <a:lvl5pPr marL="1511320" algn="l" defTabSz="755660" rtl="0" eaLnBrk="1" latinLnBrk="0" hangingPunct="1">
        <a:defRPr sz="1488" kern="1200">
          <a:solidFill>
            <a:schemeClr val="tx1"/>
          </a:solidFill>
          <a:latin typeface="+mn-lt"/>
          <a:ea typeface="+mn-ea"/>
          <a:cs typeface="+mn-cs"/>
        </a:defRPr>
      </a:lvl5pPr>
      <a:lvl6pPr marL="1889150" algn="l" defTabSz="755660" rtl="0" eaLnBrk="1" latinLnBrk="0" hangingPunct="1">
        <a:defRPr sz="1488" kern="1200">
          <a:solidFill>
            <a:schemeClr val="tx1"/>
          </a:solidFill>
          <a:latin typeface="+mn-lt"/>
          <a:ea typeface="+mn-ea"/>
          <a:cs typeface="+mn-cs"/>
        </a:defRPr>
      </a:lvl6pPr>
      <a:lvl7pPr marL="2266980" algn="l" defTabSz="755660" rtl="0" eaLnBrk="1" latinLnBrk="0" hangingPunct="1">
        <a:defRPr sz="1488" kern="1200">
          <a:solidFill>
            <a:schemeClr val="tx1"/>
          </a:solidFill>
          <a:latin typeface="+mn-lt"/>
          <a:ea typeface="+mn-ea"/>
          <a:cs typeface="+mn-cs"/>
        </a:defRPr>
      </a:lvl7pPr>
      <a:lvl8pPr marL="2644811" algn="l" defTabSz="755660" rtl="0" eaLnBrk="1" latinLnBrk="0" hangingPunct="1">
        <a:defRPr sz="1488" kern="1200">
          <a:solidFill>
            <a:schemeClr val="tx1"/>
          </a:solidFill>
          <a:latin typeface="+mn-lt"/>
          <a:ea typeface="+mn-ea"/>
          <a:cs typeface="+mn-cs"/>
        </a:defRPr>
      </a:lvl8pPr>
      <a:lvl9pPr marL="3022641" algn="l" defTabSz="755660"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52586"/>
          </a:xfrm>
          <a:prstGeom prst="rect">
            <a:avLst/>
          </a:prstGeom>
          <a:noFill/>
          <a:ln>
            <a:noFill/>
          </a:ln>
        </p:spPr>
        <p:txBody>
          <a:bodyPr spcFirstLastPara="1" wrap="square" lIns="0" tIns="13950"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Version_2_20251026</a:t>
            </a: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193614212"/>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88902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9</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16</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22</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3" name="Google Shape;73;p7">
            <a:extLst>
              <a:ext uri="{FF2B5EF4-FFF2-40B4-BE49-F238E27FC236}">
                <a16:creationId xmlns:a16="http://schemas.microsoft.com/office/drawing/2014/main" id="{93076459-FF99-E0CB-80B5-D5AD2799FB9A}"/>
              </a:ext>
            </a:extLst>
          </p:cNvPr>
          <p:cNvSpPr txBox="1"/>
          <p:nvPr/>
        </p:nvSpPr>
        <p:spPr>
          <a:xfrm>
            <a:off x="669848" y="6698132"/>
            <a:ext cx="124548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4" name="Google Shape;74;p7">
            <a:extLst>
              <a:ext uri="{FF2B5EF4-FFF2-40B4-BE49-F238E27FC236}">
                <a16:creationId xmlns:a16="http://schemas.microsoft.com/office/drawing/2014/main" id="{392E029C-16BF-9909-E1A8-E23ABABC8A10}"/>
              </a:ext>
            </a:extLst>
          </p:cNvPr>
          <p:cNvSpPr/>
          <p:nvPr/>
        </p:nvSpPr>
        <p:spPr>
          <a:xfrm>
            <a:off x="580071" y="662283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6" name="Google Shape;76;p7">
            <a:extLst>
              <a:ext uri="{FF2B5EF4-FFF2-40B4-BE49-F238E27FC236}">
                <a16:creationId xmlns:a16="http://schemas.microsoft.com/office/drawing/2014/main" id="{2BE5A423-E13E-C4A9-5659-60A60FB3B219}"/>
              </a:ext>
            </a:extLst>
          </p:cNvPr>
          <p:cNvSpPr txBox="1"/>
          <p:nvPr/>
        </p:nvSpPr>
        <p:spPr>
          <a:xfrm>
            <a:off x="669848" y="7058025"/>
            <a:ext cx="1765395"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7" name="Google Shape;77;p7">
            <a:extLst>
              <a:ext uri="{FF2B5EF4-FFF2-40B4-BE49-F238E27FC236}">
                <a16:creationId xmlns:a16="http://schemas.microsoft.com/office/drawing/2014/main" id="{72D64BD3-171E-9150-238D-694A71E9D86C}"/>
              </a:ext>
            </a:extLst>
          </p:cNvPr>
          <p:cNvSpPr/>
          <p:nvPr/>
        </p:nvSpPr>
        <p:spPr>
          <a:xfrm>
            <a:off x="580071" y="6982739"/>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9" name="Google Shape;79;p7">
            <a:extLst>
              <a:ext uri="{FF2B5EF4-FFF2-40B4-BE49-F238E27FC236}">
                <a16:creationId xmlns:a16="http://schemas.microsoft.com/office/drawing/2014/main" id="{44A3C4B2-6481-80A5-8968-4E062E1E357C}"/>
              </a:ext>
            </a:extLst>
          </p:cNvPr>
          <p:cNvSpPr txBox="1"/>
          <p:nvPr/>
        </p:nvSpPr>
        <p:spPr>
          <a:xfrm>
            <a:off x="669848" y="7417930"/>
            <a:ext cx="229869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0" name="Google Shape;80;p7">
            <a:extLst>
              <a:ext uri="{FF2B5EF4-FFF2-40B4-BE49-F238E27FC236}">
                <a16:creationId xmlns:a16="http://schemas.microsoft.com/office/drawing/2014/main" id="{83B09090-3B85-C585-19AA-E8B7E0825F7C}"/>
              </a:ext>
            </a:extLst>
          </p:cNvPr>
          <p:cNvSpPr/>
          <p:nvPr/>
        </p:nvSpPr>
        <p:spPr>
          <a:xfrm>
            <a:off x="580071" y="734264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2" name="Google Shape;82;p7">
            <a:extLst>
              <a:ext uri="{FF2B5EF4-FFF2-40B4-BE49-F238E27FC236}">
                <a16:creationId xmlns:a16="http://schemas.microsoft.com/office/drawing/2014/main" id="{A1F0142A-8C1B-613B-7B34-6F8F68D1E5CF}"/>
              </a:ext>
            </a:extLst>
          </p:cNvPr>
          <p:cNvSpPr txBox="1"/>
          <p:nvPr/>
        </p:nvSpPr>
        <p:spPr>
          <a:xfrm>
            <a:off x="669847" y="7777835"/>
            <a:ext cx="194811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All other autosomal trisomy</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3" name="Google Shape;83;p7">
            <a:extLst>
              <a:ext uri="{FF2B5EF4-FFF2-40B4-BE49-F238E27FC236}">
                <a16:creationId xmlns:a16="http://schemas.microsoft.com/office/drawing/2014/main" id="{86E46BE7-7B48-3A07-4C55-A1394B5835EA}"/>
              </a:ext>
            </a:extLst>
          </p:cNvPr>
          <p:cNvSpPr/>
          <p:nvPr/>
        </p:nvSpPr>
        <p:spPr>
          <a:xfrm>
            <a:off x="580071" y="7702537"/>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6" name="Google Shape;86;p7">
            <a:extLst>
              <a:ext uri="{FF2B5EF4-FFF2-40B4-BE49-F238E27FC236}">
                <a16:creationId xmlns:a16="http://schemas.microsoft.com/office/drawing/2014/main" id="{3EA21A35-C566-C0B7-1D99-1F397AD9C074}"/>
              </a:ext>
            </a:extLst>
          </p:cNvPr>
          <p:cNvSpPr txBox="1"/>
          <p:nvPr/>
        </p:nvSpPr>
        <p:spPr>
          <a:xfrm>
            <a:off x="3956875" y="3831425"/>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Microdeletion</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8" name="Google Shape;88;p7">
            <a:extLst>
              <a:ext uri="{FF2B5EF4-FFF2-40B4-BE49-F238E27FC236}">
                <a16:creationId xmlns:a16="http://schemas.microsoft.com/office/drawing/2014/main" id="{CE41E459-F309-7C00-AA7D-12249C74DFBD}"/>
              </a:ext>
            </a:extLst>
          </p:cNvPr>
          <p:cNvSpPr txBox="1"/>
          <p:nvPr/>
        </p:nvSpPr>
        <p:spPr>
          <a:xfrm>
            <a:off x="4059349" y="4178808"/>
            <a:ext cx="170926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1p36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9" name="Google Shape;89;p7">
            <a:extLst>
              <a:ext uri="{FF2B5EF4-FFF2-40B4-BE49-F238E27FC236}">
                <a16:creationId xmlns:a16="http://schemas.microsoft.com/office/drawing/2014/main" id="{1DC7AA4A-7190-7DB8-8CBA-F4F250E3FD19}"/>
              </a:ext>
            </a:extLst>
          </p:cNvPr>
          <p:cNvSpPr/>
          <p:nvPr/>
        </p:nvSpPr>
        <p:spPr>
          <a:xfrm>
            <a:off x="3969574" y="4103522"/>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1" name="Google Shape;91;p7">
            <a:extLst>
              <a:ext uri="{FF2B5EF4-FFF2-40B4-BE49-F238E27FC236}">
                <a16:creationId xmlns:a16="http://schemas.microsoft.com/office/drawing/2014/main" id="{052DBD0F-20EC-FB07-6A85-570618DE5002}"/>
              </a:ext>
            </a:extLst>
          </p:cNvPr>
          <p:cNvSpPr txBox="1"/>
          <p:nvPr/>
        </p:nvSpPr>
        <p:spPr>
          <a:xfrm>
            <a:off x="4059350" y="4538713"/>
            <a:ext cx="1767585"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2q33.1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2" name="Google Shape;92;p7">
            <a:extLst>
              <a:ext uri="{FF2B5EF4-FFF2-40B4-BE49-F238E27FC236}">
                <a16:creationId xmlns:a16="http://schemas.microsoft.com/office/drawing/2014/main" id="{47DFE3CC-2F59-0537-1868-CBFD8B6C7FFA}"/>
              </a:ext>
            </a:extLst>
          </p:cNvPr>
          <p:cNvSpPr/>
          <p:nvPr/>
        </p:nvSpPr>
        <p:spPr>
          <a:xfrm>
            <a:off x="3969574" y="446341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4" name="Google Shape;94;p7">
            <a:extLst>
              <a:ext uri="{FF2B5EF4-FFF2-40B4-BE49-F238E27FC236}">
                <a16:creationId xmlns:a16="http://schemas.microsoft.com/office/drawing/2014/main" id="{93D0F4B1-538C-FBAD-B33A-9A888AFE9FDB}"/>
              </a:ext>
            </a:extLst>
          </p:cNvPr>
          <p:cNvSpPr txBox="1"/>
          <p:nvPr/>
        </p:nvSpPr>
        <p:spPr>
          <a:xfrm>
            <a:off x="4059350" y="4898618"/>
            <a:ext cx="1851791"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Wolf-Hirschhorn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5" name="Google Shape;95;p7">
            <a:extLst>
              <a:ext uri="{FF2B5EF4-FFF2-40B4-BE49-F238E27FC236}">
                <a16:creationId xmlns:a16="http://schemas.microsoft.com/office/drawing/2014/main" id="{49444672-358C-6BD2-A350-AC288EC0B2E1}"/>
              </a:ext>
            </a:extLst>
          </p:cNvPr>
          <p:cNvSpPr/>
          <p:nvPr/>
        </p:nvSpPr>
        <p:spPr>
          <a:xfrm>
            <a:off x="3969574" y="4823320"/>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7" name="Google Shape;97;p7">
            <a:extLst>
              <a:ext uri="{FF2B5EF4-FFF2-40B4-BE49-F238E27FC236}">
                <a16:creationId xmlns:a16="http://schemas.microsoft.com/office/drawing/2014/main" id="{A33C98AD-977F-204E-51EA-BB8CE6229D23}"/>
              </a:ext>
            </a:extLst>
          </p:cNvPr>
          <p:cNvSpPr txBox="1"/>
          <p:nvPr/>
        </p:nvSpPr>
        <p:spPr>
          <a:xfrm>
            <a:off x="4059351" y="5258511"/>
            <a:ext cx="170926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Cri Du Chat syndrome</a:t>
            </a:r>
          </a:p>
        </p:txBody>
      </p:sp>
      <p:sp>
        <p:nvSpPr>
          <p:cNvPr id="98" name="Google Shape;98;p7">
            <a:extLst>
              <a:ext uri="{FF2B5EF4-FFF2-40B4-BE49-F238E27FC236}">
                <a16:creationId xmlns:a16="http://schemas.microsoft.com/office/drawing/2014/main" id="{94AEABB0-D29C-F906-BA26-FF58DD8ABFFA}"/>
              </a:ext>
            </a:extLst>
          </p:cNvPr>
          <p:cNvSpPr/>
          <p:nvPr/>
        </p:nvSpPr>
        <p:spPr>
          <a:xfrm>
            <a:off x="3969574" y="518322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0" name="Google Shape;100;p7">
            <a:extLst>
              <a:ext uri="{FF2B5EF4-FFF2-40B4-BE49-F238E27FC236}">
                <a16:creationId xmlns:a16="http://schemas.microsoft.com/office/drawing/2014/main" id="{9DE185EA-105A-390C-07A5-985B76C4EE4E}"/>
              </a:ext>
            </a:extLst>
          </p:cNvPr>
          <p:cNvSpPr txBox="1"/>
          <p:nvPr/>
        </p:nvSpPr>
        <p:spPr>
          <a:xfrm>
            <a:off x="4059351" y="5618416"/>
            <a:ext cx="1851790"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Williams-Beuren syndrome</a:t>
            </a:r>
          </a:p>
        </p:txBody>
      </p:sp>
      <p:sp>
        <p:nvSpPr>
          <p:cNvPr id="101" name="Google Shape;101;p7">
            <a:extLst>
              <a:ext uri="{FF2B5EF4-FFF2-40B4-BE49-F238E27FC236}">
                <a16:creationId xmlns:a16="http://schemas.microsoft.com/office/drawing/2014/main" id="{DCF4461F-8DF9-5E1F-68A2-67BAA2F430BE}"/>
              </a:ext>
            </a:extLst>
          </p:cNvPr>
          <p:cNvSpPr/>
          <p:nvPr/>
        </p:nvSpPr>
        <p:spPr>
          <a:xfrm>
            <a:off x="3969574" y="5543131"/>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3" name="Google Shape;103;p7">
            <a:extLst>
              <a:ext uri="{FF2B5EF4-FFF2-40B4-BE49-F238E27FC236}">
                <a16:creationId xmlns:a16="http://schemas.microsoft.com/office/drawing/2014/main" id="{8D9EA37F-E8AF-8450-B245-CFB4B28BBE71}"/>
              </a:ext>
            </a:extLst>
          </p:cNvPr>
          <p:cNvSpPr txBox="1"/>
          <p:nvPr/>
        </p:nvSpPr>
        <p:spPr>
          <a:xfrm>
            <a:off x="4059351" y="5978321"/>
            <a:ext cx="163837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Jacobsen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04" name="Google Shape;104;p7">
            <a:extLst>
              <a:ext uri="{FF2B5EF4-FFF2-40B4-BE49-F238E27FC236}">
                <a16:creationId xmlns:a16="http://schemas.microsoft.com/office/drawing/2014/main" id="{E927AB21-BCDA-E427-980A-E3B1099B8871}"/>
              </a:ext>
            </a:extLst>
          </p:cNvPr>
          <p:cNvSpPr/>
          <p:nvPr/>
        </p:nvSpPr>
        <p:spPr>
          <a:xfrm>
            <a:off x="3969574" y="5903023"/>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6" name="Google Shape;106;p7">
            <a:extLst>
              <a:ext uri="{FF2B5EF4-FFF2-40B4-BE49-F238E27FC236}">
                <a16:creationId xmlns:a16="http://schemas.microsoft.com/office/drawing/2014/main" id="{D0EAA1CC-B051-C161-5440-E5CFFE424B95}"/>
              </a:ext>
            </a:extLst>
          </p:cNvPr>
          <p:cNvSpPr txBox="1"/>
          <p:nvPr/>
        </p:nvSpPr>
        <p:spPr>
          <a:xfrm>
            <a:off x="4059350" y="6338227"/>
            <a:ext cx="208932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Prader-</a:t>
            </a:r>
            <a:r>
              <a:rPr lang="en-US" sz="900" dirty="0" err="1">
                <a:latin typeface="Calibri" panose="020F0502020204030204" pitchFamily="34" charset="0"/>
                <a:ea typeface="Noto Sans SC" panose="020B0200000000000000" pitchFamily="34" charset="-128"/>
                <a:cs typeface="Calibri" panose="020F0502020204030204" pitchFamily="34" charset="0"/>
              </a:rPr>
              <a:t>willi</a:t>
            </a:r>
            <a:r>
              <a:rPr lang="en-US" sz="900" dirty="0">
                <a:latin typeface="Calibri" panose="020F0502020204030204" pitchFamily="34" charset="0"/>
                <a:ea typeface="Noto Sans SC" panose="020B0200000000000000" pitchFamily="34" charset="-128"/>
                <a:cs typeface="Calibri" panose="020F0502020204030204" pitchFamily="34" charset="0"/>
              </a:rPr>
              <a:t>/Angelman syndrome</a:t>
            </a:r>
          </a:p>
        </p:txBody>
      </p:sp>
      <p:sp>
        <p:nvSpPr>
          <p:cNvPr id="107" name="Google Shape;107;p7">
            <a:extLst>
              <a:ext uri="{FF2B5EF4-FFF2-40B4-BE49-F238E27FC236}">
                <a16:creationId xmlns:a16="http://schemas.microsoft.com/office/drawing/2014/main" id="{7C3938A8-F109-1DBC-5F5E-569E77E33177}"/>
              </a:ext>
            </a:extLst>
          </p:cNvPr>
          <p:cNvSpPr/>
          <p:nvPr/>
        </p:nvSpPr>
        <p:spPr>
          <a:xfrm>
            <a:off x="3969574" y="6262928"/>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9" name="Google Shape;109;p7">
            <a:extLst>
              <a:ext uri="{FF2B5EF4-FFF2-40B4-BE49-F238E27FC236}">
                <a16:creationId xmlns:a16="http://schemas.microsoft.com/office/drawing/2014/main" id="{31C7C673-230F-FD2D-A25A-D13A7C015157}"/>
              </a:ext>
            </a:extLst>
          </p:cNvPr>
          <p:cNvSpPr txBox="1"/>
          <p:nvPr/>
        </p:nvSpPr>
        <p:spPr>
          <a:xfrm>
            <a:off x="4059350" y="6698132"/>
            <a:ext cx="191287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DiGeorge syndrome (22q11.2)</a:t>
            </a:r>
          </a:p>
        </p:txBody>
      </p:sp>
      <p:sp>
        <p:nvSpPr>
          <p:cNvPr id="110" name="Google Shape;110;p7">
            <a:extLst>
              <a:ext uri="{FF2B5EF4-FFF2-40B4-BE49-F238E27FC236}">
                <a16:creationId xmlns:a16="http://schemas.microsoft.com/office/drawing/2014/main" id="{C759B0B3-FEA5-2685-A1F4-EACC35ADFD60}"/>
              </a:ext>
            </a:extLst>
          </p:cNvPr>
          <p:cNvSpPr/>
          <p:nvPr/>
        </p:nvSpPr>
        <p:spPr>
          <a:xfrm>
            <a:off x="3969574" y="6622834"/>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2" name="Google Shape;112;p7">
            <a:extLst>
              <a:ext uri="{FF2B5EF4-FFF2-40B4-BE49-F238E27FC236}">
                <a16:creationId xmlns:a16="http://schemas.microsoft.com/office/drawing/2014/main" id="{A33ABAC2-7B8F-CF5F-CBC9-F2FFE26DC3E9}"/>
              </a:ext>
            </a:extLst>
          </p:cNvPr>
          <p:cNvSpPr txBox="1"/>
          <p:nvPr/>
        </p:nvSpPr>
        <p:spPr>
          <a:xfrm>
            <a:off x="4059349" y="7005844"/>
            <a:ext cx="1692457"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Other microdeletions/duplications</a:t>
            </a:r>
          </a:p>
        </p:txBody>
      </p:sp>
      <p:sp>
        <p:nvSpPr>
          <p:cNvPr id="113" name="Google Shape;113;p7">
            <a:extLst>
              <a:ext uri="{FF2B5EF4-FFF2-40B4-BE49-F238E27FC236}">
                <a16:creationId xmlns:a16="http://schemas.microsoft.com/office/drawing/2014/main" id="{8309C2D1-A4A4-25A3-F0BB-DDCE8004C10E}"/>
              </a:ext>
            </a:extLst>
          </p:cNvPr>
          <p:cNvSpPr/>
          <p:nvPr/>
        </p:nvSpPr>
        <p:spPr>
          <a:xfrm>
            <a:off x="3969574" y="6982739"/>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332778"/>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p>
          <a:p>
            <a:pPr marL="12700" lvl="0">
              <a:buClr>
                <a:srgbClr val="FF1317"/>
              </a:buClr>
              <a:buSzPts val="750"/>
            </a:pPr>
            <a:endParaRPr lang="en-US"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51;p7">
            <a:extLst>
              <a:ext uri="{FF2B5EF4-FFF2-40B4-BE49-F238E27FC236}">
                <a16:creationId xmlns:a16="http://schemas.microsoft.com/office/drawing/2014/main" id="{C7FA23E5-969B-D177-5628-7CF31EA7414B}"/>
              </a:ext>
            </a:extLst>
          </p:cNvPr>
          <p:cNvSpPr txBox="1"/>
          <p:nvPr/>
        </p:nvSpPr>
        <p:spPr>
          <a:xfrm>
            <a:off x="6187248" y="3814470"/>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5" name="Google Shape;87;p7">
            <a:extLst>
              <a:ext uri="{FF2B5EF4-FFF2-40B4-BE49-F238E27FC236}">
                <a16:creationId xmlns:a16="http://schemas.microsoft.com/office/drawing/2014/main" id="{E7CBE50E-BEE1-2AFF-BB96-FB8CDE3C03D6}"/>
              </a:ext>
            </a:extLst>
          </p:cNvPr>
          <p:cNvSpPr txBox="1"/>
          <p:nvPr/>
        </p:nvSpPr>
        <p:spPr>
          <a:xfrm>
            <a:off x="5349897" y="3518204"/>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6" name="Google Shape;122;p7">
            <a:extLst>
              <a:ext uri="{FF2B5EF4-FFF2-40B4-BE49-F238E27FC236}">
                <a16:creationId xmlns:a16="http://schemas.microsoft.com/office/drawing/2014/main" id="{8AB9E942-3D38-EC8D-DEDC-1657D2D0BA10}"/>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&lt;&lt;Result_MDResult&gt;&gt;</a:t>
            </a:r>
          </a:p>
        </p:txBody>
      </p:sp>
      <p:sp>
        <p:nvSpPr>
          <p:cNvPr id="27" name="Google Shape;122;p7">
            <a:extLst>
              <a:ext uri="{FF2B5EF4-FFF2-40B4-BE49-F238E27FC236}">
                <a16:creationId xmlns:a16="http://schemas.microsoft.com/office/drawing/2014/main" id="{6C7E8B19-BC70-8826-D970-82AA261D3821}"/>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8" name="Google Shape;54;p7">
            <a:extLst>
              <a:ext uri="{FF2B5EF4-FFF2-40B4-BE49-F238E27FC236}">
                <a16:creationId xmlns:a16="http://schemas.microsoft.com/office/drawing/2014/main" id="{D81E629C-49AC-1AAE-8621-9781ED260342}"/>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9" name="Google Shape;57;p7">
            <a:extLst>
              <a:ext uri="{FF2B5EF4-FFF2-40B4-BE49-F238E27FC236}">
                <a16:creationId xmlns:a16="http://schemas.microsoft.com/office/drawing/2014/main" id="{205A3B8D-2D29-09A8-ECD1-3E0EAA73B63B}"/>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0" name="Google Shape;60;p7">
            <a:extLst>
              <a:ext uri="{FF2B5EF4-FFF2-40B4-BE49-F238E27FC236}">
                <a16:creationId xmlns:a16="http://schemas.microsoft.com/office/drawing/2014/main" id="{F00778DB-9638-63B0-8720-52F608941AAE}"/>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1" name="Google Shape;63;p7">
            <a:extLst>
              <a:ext uri="{FF2B5EF4-FFF2-40B4-BE49-F238E27FC236}">
                <a16:creationId xmlns:a16="http://schemas.microsoft.com/office/drawing/2014/main" id="{DCD3856B-442F-0590-3B16-398E3C2B90D8}"/>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&lt;&lt;T9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2" name="Google Shape;66;p7">
            <a:extLst>
              <a:ext uri="{FF2B5EF4-FFF2-40B4-BE49-F238E27FC236}">
                <a16:creationId xmlns:a16="http://schemas.microsoft.com/office/drawing/2014/main" id="{FCEC4290-D618-6B08-2E3C-7DB25192E0CC}"/>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&lt;&lt;T16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3" name="Google Shape;69;p7">
            <a:extLst>
              <a:ext uri="{FF2B5EF4-FFF2-40B4-BE49-F238E27FC236}">
                <a16:creationId xmlns:a16="http://schemas.microsoft.com/office/drawing/2014/main" id="{6815E03D-5956-CB23-000F-2F6EF8CB9893}"/>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&lt;&lt;T22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4" name="Google Shape;72;p7">
            <a:extLst>
              <a:ext uri="{FF2B5EF4-FFF2-40B4-BE49-F238E27FC236}">
                <a16:creationId xmlns:a16="http://schemas.microsoft.com/office/drawing/2014/main" id="{8CA5AF06-F31D-5D71-CBDC-DC88767008A6}"/>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5" name="Google Shape;75;p7">
            <a:extLst>
              <a:ext uri="{FF2B5EF4-FFF2-40B4-BE49-F238E27FC236}">
                <a16:creationId xmlns:a16="http://schemas.microsoft.com/office/drawing/2014/main" id="{BE459866-7517-9F73-5AC5-5CD4A28E2885}"/>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6" name="Google Shape;78;p7">
            <a:extLst>
              <a:ext uri="{FF2B5EF4-FFF2-40B4-BE49-F238E27FC236}">
                <a16:creationId xmlns:a16="http://schemas.microsoft.com/office/drawing/2014/main" id="{13D2E86D-07C1-6DAF-AB28-17755F90EA84}"/>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7" name="Google Shape;81;p7">
            <a:extLst>
              <a:ext uri="{FF2B5EF4-FFF2-40B4-BE49-F238E27FC236}">
                <a16:creationId xmlns:a16="http://schemas.microsoft.com/office/drawing/2014/main" id="{CF485DD1-D204-6AFC-ED41-B27EA261CE2E}"/>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8" name="Google Shape;84;p7">
            <a:extLst>
              <a:ext uri="{FF2B5EF4-FFF2-40B4-BE49-F238E27FC236}">
                <a16:creationId xmlns:a16="http://schemas.microsoft.com/office/drawing/2014/main" id="{92A40A07-13DA-A710-B382-1EE8D84E88A1}"/>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&lt;&lt;Other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9" name="Google Shape;90;p7">
            <a:extLst>
              <a:ext uri="{FF2B5EF4-FFF2-40B4-BE49-F238E27FC236}">
                <a16:creationId xmlns:a16="http://schemas.microsoft.com/office/drawing/2014/main" id="{4D62B4D3-B5C9-13BB-E900-C2D76F64ACF2}"/>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&lt;&lt;MD1&gt;&gt;</a:t>
            </a:r>
          </a:p>
        </p:txBody>
      </p:sp>
      <p:sp>
        <p:nvSpPr>
          <p:cNvPr id="40" name="Google Shape;93;p7">
            <a:extLst>
              <a:ext uri="{FF2B5EF4-FFF2-40B4-BE49-F238E27FC236}">
                <a16:creationId xmlns:a16="http://schemas.microsoft.com/office/drawing/2014/main" id="{8F2FF501-0A6B-8291-2D88-92A77578898D}"/>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&lt;&lt;MD2&gt;&gt;</a:t>
            </a:r>
          </a:p>
        </p:txBody>
      </p:sp>
      <p:sp>
        <p:nvSpPr>
          <p:cNvPr id="41" name="Google Shape;96;p7">
            <a:extLst>
              <a:ext uri="{FF2B5EF4-FFF2-40B4-BE49-F238E27FC236}">
                <a16:creationId xmlns:a16="http://schemas.microsoft.com/office/drawing/2014/main" id="{E8780917-9CCE-11E3-4AD2-EBBB7D17D725}"/>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&lt;&lt;MD3&gt;&gt;</a:t>
            </a:r>
          </a:p>
        </p:txBody>
      </p:sp>
      <p:sp>
        <p:nvSpPr>
          <p:cNvPr id="42" name="Google Shape;99;p7">
            <a:extLst>
              <a:ext uri="{FF2B5EF4-FFF2-40B4-BE49-F238E27FC236}">
                <a16:creationId xmlns:a16="http://schemas.microsoft.com/office/drawing/2014/main" id="{6639BB09-6C7F-E3C5-96E5-C6BC628ABBDE}"/>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Calibri" panose="020F0502020204030204" pitchFamily="34" charset="0"/>
                <a:ea typeface="Noto Sans KR" panose="020B0500000000000000" pitchFamily="34" charset="-128"/>
                <a:cs typeface="Calibri" panose="020F0502020204030204" pitchFamily="34" charset="0"/>
              </a:rPr>
              <a:t>&lt;&lt;MD4&gt;&gt;</a:t>
            </a:r>
          </a:p>
        </p:txBody>
      </p:sp>
      <p:sp>
        <p:nvSpPr>
          <p:cNvPr id="43" name="Google Shape;102;p7">
            <a:extLst>
              <a:ext uri="{FF2B5EF4-FFF2-40B4-BE49-F238E27FC236}">
                <a16:creationId xmlns:a16="http://schemas.microsoft.com/office/drawing/2014/main" id="{CABB68E8-3947-5BF2-8837-5DA60A5A6DDB}"/>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&lt;&lt;MD5&gt;&gt;</a:t>
            </a:r>
          </a:p>
        </p:txBody>
      </p:sp>
      <p:sp>
        <p:nvSpPr>
          <p:cNvPr id="44" name="Google Shape;105;p7">
            <a:extLst>
              <a:ext uri="{FF2B5EF4-FFF2-40B4-BE49-F238E27FC236}">
                <a16:creationId xmlns:a16="http://schemas.microsoft.com/office/drawing/2014/main" id="{8EF848F1-91C3-9232-2296-D6AD860BED0A}"/>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&lt;&lt;MD6&gt;&gt;</a:t>
            </a:r>
          </a:p>
        </p:txBody>
      </p:sp>
      <p:sp>
        <p:nvSpPr>
          <p:cNvPr id="54" name="Google Shape;108;p7">
            <a:extLst>
              <a:ext uri="{FF2B5EF4-FFF2-40B4-BE49-F238E27FC236}">
                <a16:creationId xmlns:a16="http://schemas.microsoft.com/office/drawing/2014/main" id="{70C56381-6F5B-8231-CECF-7E4D5CC573B2}"/>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&lt;&lt;MD7&gt;&gt;</a:t>
            </a:r>
          </a:p>
        </p:txBody>
      </p:sp>
      <p:sp>
        <p:nvSpPr>
          <p:cNvPr id="57" name="Google Shape;111;p7">
            <a:extLst>
              <a:ext uri="{FF2B5EF4-FFF2-40B4-BE49-F238E27FC236}">
                <a16:creationId xmlns:a16="http://schemas.microsoft.com/office/drawing/2014/main" id="{E5C53C88-7DCE-B6E7-E900-F709ACE50421}"/>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&lt;&lt;MD8&gt;&gt;</a:t>
            </a:r>
          </a:p>
        </p:txBody>
      </p:sp>
      <p:sp>
        <p:nvSpPr>
          <p:cNvPr id="60" name="Google Shape;114;p7">
            <a:extLst>
              <a:ext uri="{FF2B5EF4-FFF2-40B4-BE49-F238E27FC236}">
                <a16:creationId xmlns:a16="http://schemas.microsoft.com/office/drawing/2014/main" id="{BFF8115B-3046-A4F9-BEB0-02336AC326CB}"/>
              </a:ext>
            </a:extLst>
          </p:cNvPr>
          <p:cNvSpPr txBox="1"/>
          <p:nvPr/>
        </p:nvSpPr>
        <p:spPr>
          <a:xfrm>
            <a:off x="6187248" y="7033664"/>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&lt;&lt;Other MD&gt;&gt;</a:t>
            </a: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26">
          <a:extLst>
            <a:ext uri="{FF2B5EF4-FFF2-40B4-BE49-F238E27FC236}">
              <a16:creationId xmlns:a16="http://schemas.microsoft.com/office/drawing/2014/main" id="{F4B175E6-0EB4-FE7B-C8F8-49A70333DF82}"/>
            </a:ext>
          </a:extLst>
        </p:cNvPr>
        <p:cNvGrpSpPr/>
        <p:nvPr/>
      </p:nvGrpSpPr>
      <p:grpSpPr>
        <a:xfrm>
          <a:off x="0" y="0"/>
          <a:ext cx="0" cy="0"/>
          <a:chOff x="0" y="0"/>
          <a:chExt cx="0" cy="0"/>
        </a:xfrm>
      </p:grpSpPr>
      <p:sp>
        <p:nvSpPr>
          <p:cNvPr id="127" name="Google Shape;127;p8">
            <a:extLst>
              <a:ext uri="{FF2B5EF4-FFF2-40B4-BE49-F238E27FC236}">
                <a16:creationId xmlns:a16="http://schemas.microsoft.com/office/drawing/2014/main" id="{1B88AA07-FA88-3AA9-F40A-1DF7F977667D}"/>
              </a:ext>
            </a:extLst>
          </p:cNvPr>
          <p:cNvSpPr txBox="1"/>
          <p:nvPr/>
        </p:nvSpPr>
        <p:spPr>
          <a:xfrm>
            <a:off x="520700" y="765264"/>
            <a:ext cx="3738149" cy="197490"/>
          </a:xfrm>
          <a:prstGeom prst="rect">
            <a:avLst/>
          </a:prstGeom>
          <a:noFill/>
          <a:ln>
            <a:noFill/>
          </a:ln>
        </p:spPr>
        <p:txBody>
          <a:bodyPr spcFirstLastPara="1" wrap="square" lIns="0" tIns="12700" rIns="0" bIns="0" anchor="t" anchorCtr="0">
            <a:spAutoFit/>
          </a:bodyPr>
          <a:lstStyle/>
          <a:p>
            <a:pPr marL="12700" lvl="0"/>
            <a:r>
              <a:rPr lang="en-US" sz="1200" dirty="0">
                <a:latin typeface="Microsoft YaHei"/>
                <a:ea typeface="Microsoft YaHei"/>
                <a:cs typeface="Microsoft YaHei"/>
                <a:sym typeface="Microsoft YaHei"/>
              </a:rPr>
              <a:t>Other 108 microdeletion/duplication syndromes</a:t>
            </a:r>
            <a:endParaRPr sz="1200" dirty="0">
              <a:latin typeface="Microsoft YaHei"/>
              <a:ea typeface="Microsoft YaHei"/>
              <a:cs typeface="Microsoft YaHei"/>
              <a:sym typeface="Microsoft YaHei"/>
            </a:endParaRPr>
          </a:p>
        </p:txBody>
      </p:sp>
      <p:graphicFrame>
        <p:nvGraphicFramePr>
          <p:cNvPr id="128" name="Google Shape;128;p8">
            <a:extLst>
              <a:ext uri="{FF2B5EF4-FFF2-40B4-BE49-F238E27FC236}">
                <a16:creationId xmlns:a16="http://schemas.microsoft.com/office/drawing/2014/main" id="{BAB2C7D1-EEAE-D6E8-09DD-52C51CD2DF69}"/>
              </a:ext>
            </a:extLst>
          </p:cNvPr>
          <p:cNvGraphicFramePr/>
          <p:nvPr/>
        </p:nvGraphicFramePr>
        <p:xfrm>
          <a:off x="533406" y="1120210"/>
          <a:ext cx="1480825" cy="8423150"/>
        </p:xfrm>
        <a:graphic>
          <a:graphicData uri="http://schemas.openxmlformats.org/drawingml/2006/table">
            <a:tbl>
              <a:tblPr firstRow="1" bandRow="1">
                <a:noFill/>
                <a:tableStyleId>{F28EBD1E-F79C-4DFF-868A-0A9D0052B014}</a:tableStyleId>
              </a:tblPr>
              <a:tblGrid>
                <a:gridCol w="1480825">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1p32-p31deletion syndrome</a:t>
                      </a:r>
                      <a:endParaRPr sz="750" u="none" strike="noStrike" cap="none">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1q41-q42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1q43-q44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2p12-p11.2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2p15-p16.1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2q31.1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2q31.1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2q35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3p25.3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3pter-p25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3q13.31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Dandy-Walker syndrome (DWS)</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24510" marR="244475" lvl="0" indent="-273050" algn="l" rtl="0">
                        <a:lnSpc>
                          <a:spcPct val="105000"/>
                        </a:lnSpc>
                        <a:spcBef>
                          <a:spcPts val="0"/>
                        </a:spcBef>
                        <a:spcAft>
                          <a:spcPts val="0"/>
                        </a:spcAft>
                        <a:buNone/>
                      </a:pPr>
                      <a:r>
                        <a:rPr lang="en-US" sz="750" u="none" strike="noStrike" cap="none">
                          <a:latin typeface="Calibri"/>
                          <a:ea typeface="Calibri"/>
                          <a:cs typeface="Calibri"/>
                          <a:sym typeface="Calibri"/>
                        </a:rPr>
                        <a:t>3q26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3q29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4q21deletion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342900">
                <a:tc>
                  <a:txBody>
                    <a:bodyPr/>
                    <a:lstStyle/>
                    <a:p>
                      <a:pPr marL="554355" marR="62864" lvl="0" indent="-484505" algn="l" rtl="0">
                        <a:lnSpc>
                          <a:spcPct val="105000"/>
                        </a:lnSpc>
                        <a:spcBef>
                          <a:spcPts val="0"/>
                        </a:spcBef>
                        <a:spcAft>
                          <a:spcPts val="0"/>
                        </a:spcAft>
                        <a:buNone/>
                      </a:pPr>
                      <a:r>
                        <a:rPr lang="en-US" sz="750" u="none" strike="noStrike" cap="none">
                          <a:latin typeface="Calibri"/>
                          <a:ea typeface="Calibri"/>
                          <a:cs typeface="Calibri"/>
                          <a:sym typeface="Calibri"/>
                        </a:rPr>
                        <a:t>Axenfeld-Rieger syndrome type 1 (RIEGl)</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5p13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5q12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900">
                <a:tc>
                  <a:txBody>
                    <a:bodyPr/>
                    <a:lstStyle/>
                    <a:p>
                      <a:pPr marL="524510" marR="168275" lvl="0" indent="-348615" algn="l" rtl="0">
                        <a:lnSpc>
                          <a:spcPct val="105000"/>
                        </a:lnSpc>
                        <a:spcBef>
                          <a:spcPts val="0"/>
                        </a:spcBef>
                        <a:spcAft>
                          <a:spcPts val="0"/>
                        </a:spcAft>
                        <a:buNone/>
                      </a:pPr>
                      <a:r>
                        <a:rPr lang="en-US" sz="750" u="none" strike="noStrike" cap="none">
                          <a:latin typeface="Calibri"/>
                          <a:ea typeface="Calibri"/>
                          <a:cs typeface="Calibri"/>
                          <a:sym typeface="Calibri"/>
                        </a:rPr>
                        <a:t>5q14.3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Sotos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6p22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6q11-q14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6q24-q25deletion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Coffin-Siris syndrome 1 (CSSl)</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Chordoma</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342900">
                <a:tc>
                  <a:txBody>
                    <a:bodyPr/>
                    <a:lstStyle/>
                    <a:p>
                      <a:pPr marL="357505" marR="101600" lvl="0" indent="-248919" algn="l" rtl="0">
                        <a:lnSpc>
                          <a:spcPct val="105000"/>
                        </a:lnSpc>
                        <a:spcBef>
                          <a:spcPts val="0"/>
                        </a:spcBef>
                        <a:spcAft>
                          <a:spcPts val="0"/>
                        </a:spcAft>
                        <a:buNone/>
                      </a:pPr>
                      <a:r>
                        <a:rPr lang="en-US" sz="750" u="none" strike="noStrike" cap="none">
                          <a:latin typeface="Calibri"/>
                          <a:ea typeface="Calibri"/>
                          <a:cs typeface="Calibri"/>
                          <a:sym typeface="Calibri"/>
                        </a:rPr>
                        <a:t>Greig cephalopoly syndactyly syndrome (GCPS)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r h="342900">
                <a:tc>
                  <a:txBody>
                    <a:bodyPr/>
                    <a:lstStyle/>
                    <a:p>
                      <a:pPr marL="524510" marR="203834" lvl="0" indent="-314325" algn="l" rtl="0">
                        <a:lnSpc>
                          <a:spcPct val="105000"/>
                        </a:lnSpc>
                        <a:spcBef>
                          <a:spcPts val="0"/>
                        </a:spcBef>
                        <a:spcAft>
                          <a:spcPts val="0"/>
                        </a:spcAft>
                        <a:buNone/>
                      </a:pPr>
                      <a:r>
                        <a:rPr lang="en-US" sz="750" u="none" strike="noStrike" cap="none">
                          <a:latin typeface="Calibri"/>
                          <a:ea typeface="Calibri"/>
                          <a:cs typeface="Calibri"/>
                          <a:sym typeface="Calibri"/>
                        </a:rPr>
                        <a:t>7p22.1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9"/>
                  </a:ext>
                </a:extLst>
              </a:tr>
              <a:tr h="342900">
                <a:tc>
                  <a:txBody>
                    <a:bodyPr/>
                    <a:lstStyle/>
                    <a:p>
                      <a:pPr marL="524510" marR="210184" lvl="0" indent="-306705" algn="l" rtl="0">
                        <a:lnSpc>
                          <a:spcPct val="105000"/>
                        </a:lnSpc>
                        <a:spcBef>
                          <a:spcPts val="0"/>
                        </a:spcBef>
                        <a:spcAft>
                          <a:spcPts val="0"/>
                        </a:spcAft>
                        <a:buNone/>
                      </a:pPr>
                      <a:r>
                        <a:rPr lang="en-US" sz="750" u="none" strike="noStrike" cap="none">
                          <a:latin typeface="Calibri"/>
                          <a:ea typeface="Calibri"/>
                          <a:cs typeface="Calibri"/>
                          <a:sym typeface="Calibri"/>
                        </a:rPr>
                        <a:t>7q11.23 deletion (distal)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0"/>
                  </a:ext>
                </a:extLst>
              </a:tr>
              <a:tr h="342900">
                <a:tc>
                  <a:txBody>
                    <a:bodyPr/>
                    <a:lstStyle/>
                    <a:p>
                      <a:pPr marL="607695" marR="146685" lvl="0" indent="-454025" algn="l" rtl="0">
                        <a:lnSpc>
                          <a:spcPct val="105000"/>
                        </a:lnSpc>
                        <a:spcBef>
                          <a:spcPts val="0"/>
                        </a:spcBef>
                        <a:spcAft>
                          <a:spcPts val="0"/>
                        </a:spcAft>
                        <a:buNone/>
                      </a:pPr>
                      <a:r>
                        <a:rPr lang="en-US" sz="750" u="none" strike="noStrike" cap="none">
                          <a:latin typeface="Calibri"/>
                          <a:ea typeface="Calibri"/>
                          <a:cs typeface="Calibri"/>
                          <a:sym typeface="Calibri"/>
                        </a:rPr>
                        <a:t>Williams-Beuren syndrome (WBS)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Currarino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2"/>
                  </a:ext>
                </a:extLst>
              </a:tr>
              <a:tr h="220350">
                <a:tc>
                  <a:txBody>
                    <a:bodyPr/>
                    <a:lstStyle/>
                    <a:p>
                      <a:pPr marL="0" marR="0" lvl="0" indent="0" algn="ctr" rtl="0">
                        <a:lnSpc>
                          <a:spcPct val="100000"/>
                        </a:lnSpc>
                        <a:spcBef>
                          <a:spcPts val="0"/>
                        </a:spcBef>
                        <a:spcAft>
                          <a:spcPts val="0"/>
                        </a:spcAft>
                        <a:buNone/>
                      </a:pPr>
                      <a:r>
                        <a:rPr lang="en-US" sz="750" u="none" strike="noStrike" cap="none" dirty="0">
                          <a:latin typeface="Calibri"/>
                          <a:ea typeface="Calibri"/>
                          <a:cs typeface="Calibri"/>
                          <a:sym typeface="Calibri"/>
                        </a:rPr>
                        <a:t>7q36.3 duplication syndrome</a:t>
                      </a:r>
                      <a:endParaRPr sz="750" u="none" strike="noStrike" cap="none" dirty="0">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3"/>
                  </a:ext>
                </a:extLst>
              </a:tr>
            </a:tbl>
          </a:graphicData>
        </a:graphic>
      </p:graphicFrame>
      <p:graphicFrame>
        <p:nvGraphicFramePr>
          <p:cNvPr id="129" name="Google Shape;129;p8">
            <a:extLst>
              <a:ext uri="{FF2B5EF4-FFF2-40B4-BE49-F238E27FC236}">
                <a16:creationId xmlns:a16="http://schemas.microsoft.com/office/drawing/2014/main" id="{ECDB8FD3-4414-9F25-514A-CCFF65CD2DE3}"/>
              </a:ext>
            </a:extLst>
          </p:cNvPr>
          <p:cNvGraphicFramePr/>
          <p:nvPr/>
        </p:nvGraphicFramePr>
        <p:xfrm>
          <a:off x="2150217" y="1120210"/>
          <a:ext cx="1480825" cy="8494300"/>
        </p:xfrm>
        <a:graphic>
          <a:graphicData uri="http://schemas.openxmlformats.org/drawingml/2006/table">
            <a:tbl>
              <a:tblPr firstRow="1" bandRow="1">
                <a:noFill/>
                <a:tableStyleId>{F28EBD1E-F79C-4DFF-868A-0A9D0052B014}</a:tableStyleId>
              </a:tblPr>
              <a:tblGrid>
                <a:gridCol w="1480825">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8p11.2 deletion syndrome</a:t>
                      </a:r>
                      <a:endParaRPr sz="750" u="none" strike="noStrike" cap="none">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8p23.1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524510" marR="244475" lvl="0" indent="-273050" algn="l" rtl="0">
                        <a:lnSpc>
                          <a:spcPct val="105000"/>
                        </a:lnSpc>
                        <a:spcBef>
                          <a:spcPts val="0"/>
                        </a:spcBef>
                        <a:spcAft>
                          <a:spcPts val="0"/>
                        </a:spcAft>
                        <a:buNone/>
                      </a:pPr>
                      <a:r>
                        <a:rPr lang="en-US" sz="750" u="none" strike="noStrike" cap="none">
                          <a:latin typeface="Calibri"/>
                          <a:ea typeface="Calibri"/>
                          <a:cs typeface="Calibri"/>
                          <a:sym typeface="Calibri"/>
                        </a:rPr>
                        <a:t>8q12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330835" marR="227329" lvl="0" indent="-95884" algn="l" rtl="0">
                        <a:lnSpc>
                          <a:spcPct val="105000"/>
                        </a:lnSpc>
                        <a:spcBef>
                          <a:spcPts val="0"/>
                        </a:spcBef>
                        <a:spcAft>
                          <a:spcPts val="0"/>
                        </a:spcAft>
                        <a:buNone/>
                      </a:pPr>
                      <a:r>
                        <a:rPr lang="en-US" sz="750" u="none" strike="noStrike" cap="none">
                          <a:latin typeface="Calibri"/>
                          <a:ea typeface="Calibri"/>
                          <a:cs typeface="Calibri"/>
                          <a:sym typeface="Calibri"/>
                        </a:rPr>
                        <a:t>Nablus mask-like facial syndrome (NMLFS)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342900">
                <a:tc>
                  <a:txBody>
                    <a:bodyPr/>
                    <a:lstStyle/>
                    <a:p>
                      <a:pPr marL="206375" marR="198755" lvl="0" indent="48259" algn="l" rtl="0">
                        <a:lnSpc>
                          <a:spcPct val="105000"/>
                        </a:lnSpc>
                        <a:spcBef>
                          <a:spcPts val="0"/>
                        </a:spcBef>
                        <a:spcAft>
                          <a:spcPts val="0"/>
                        </a:spcAft>
                        <a:buNone/>
                      </a:pPr>
                      <a:r>
                        <a:rPr lang="en-US" sz="750" u="none" strike="noStrike" cap="none">
                          <a:latin typeface="Calibri"/>
                          <a:ea typeface="Calibri"/>
                          <a:cs typeface="Calibri"/>
                          <a:sym typeface="Calibri"/>
                        </a:rPr>
                        <a:t>Trichorhinophalangeal syndrome type 2 (TRPS2)</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9p13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9p24.3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342900">
                <a:tc>
                  <a:txBody>
                    <a:bodyPr/>
                    <a:lstStyle/>
                    <a:p>
                      <a:pPr marL="524510" marR="122554" lvl="0" indent="-394969" algn="l" rtl="0">
                        <a:lnSpc>
                          <a:spcPct val="105000"/>
                        </a:lnSpc>
                        <a:spcBef>
                          <a:spcPts val="0"/>
                        </a:spcBef>
                        <a:spcAft>
                          <a:spcPts val="0"/>
                        </a:spcAft>
                        <a:buNone/>
                      </a:pPr>
                      <a:r>
                        <a:rPr lang="en-US" sz="750" u="none" strike="noStrike" cap="none">
                          <a:latin typeface="Calibri"/>
                          <a:ea typeface="Calibri"/>
                          <a:cs typeface="Calibri"/>
                          <a:sym typeface="Calibri"/>
                        </a:rPr>
                        <a:t>9q33.3q34.11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342900">
                <a:tc>
                  <a:txBody>
                    <a:bodyPr/>
                    <a:lstStyle/>
                    <a:p>
                      <a:pPr marL="190500" marR="182880" lvl="0" indent="57784" algn="l" rtl="0">
                        <a:lnSpc>
                          <a:spcPct val="105000"/>
                        </a:lnSpc>
                        <a:spcBef>
                          <a:spcPts val="0"/>
                        </a:spcBef>
                        <a:spcAft>
                          <a:spcPts val="0"/>
                        </a:spcAft>
                        <a:buNone/>
                      </a:pPr>
                      <a:r>
                        <a:rPr lang="en-US" sz="750" u="none" strike="noStrike" cap="none">
                          <a:latin typeface="Calibri"/>
                          <a:ea typeface="Calibri"/>
                          <a:cs typeface="Calibri"/>
                          <a:sym typeface="Calibri"/>
                        </a:rPr>
                        <a:t>Early infantile epileptic encephalopathy 4 (EIEE4)</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Kleefstra syndrome 1 (KLEFS1)</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342900">
                <a:tc>
                  <a:txBody>
                    <a:bodyPr/>
                    <a:lstStyle/>
                    <a:p>
                      <a:pPr marL="524510" marR="52069" lvl="0" indent="-465454" algn="l" rtl="0">
                        <a:lnSpc>
                          <a:spcPct val="105000"/>
                        </a:lnSpc>
                        <a:spcBef>
                          <a:spcPts val="0"/>
                        </a:spcBef>
                        <a:spcAft>
                          <a:spcPts val="0"/>
                        </a:spcAft>
                        <a:buNone/>
                      </a:pPr>
                      <a:r>
                        <a:rPr lang="en-US" sz="750" u="none" strike="noStrike" cap="none">
                          <a:latin typeface="Calibri"/>
                          <a:ea typeface="Calibri"/>
                          <a:cs typeface="Calibri"/>
                          <a:sym typeface="Calibri"/>
                        </a:rPr>
                        <a:t>10p11.21-p12.31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462275">
                <a:tc>
                  <a:txBody>
                    <a:bodyPr/>
                    <a:lstStyle/>
                    <a:p>
                      <a:pPr marL="168275" marR="160655" lvl="0" indent="0" algn="ctr" rtl="0">
                        <a:lnSpc>
                          <a:spcPct val="105000"/>
                        </a:lnSpc>
                        <a:spcBef>
                          <a:spcPts val="0"/>
                        </a:spcBef>
                        <a:spcAft>
                          <a:spcPts val="0"/>
                        </a:spcAft>
                        <a:buNone/>
                      </a:pPr>
                      <a:r>
                        <a:rPr lang="en-US" sz="750" u="none" strike="noStrike" cap="none">
                          <a:latin typeface="Calibri"/>
                          <a:ea typeface="Calibri"/>
                          <a:cs typeface="Calibri"/>
                          <a:sym typeface="Calibri"/>
                        </a:rPr>
                        <a:t>DiGeorge syndrome/ velocardiofacial syndrome complex 2 (DSG2)</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10q22.3-q23.2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54990" marR="64769" lvl="0" indent="-483234" algn="l" rtl="0">
                        <a:lnSpc>
                          <a:spcPct val="105000"/>
                        </a:lnSpc>
                        <a:spcBef>
                          <a:spcPts val="0"/>
                        </a:spcBef>
                        <a:spcAft>
                          <a:spcPts val="0"/>
                        </a:spcAft>
                        <a:buNone/>
                      </a:pPr>
                      <a:r>
                        <a:rPr lang="en-US" sz="750" u="none" strike="noStrike" cap="none">
                          <a:latin typeface="Calibri"/>
                          <a:ea typeface="Calibri"/>
                          <a:cs typeface="Calibri"/>
                          <a:sym typeface="Calibri"/>
                        </a:rPr>
                        <a:t>Split-hand/foot malformation 3 (SHFM3)</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10q26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Potocki-Shaffer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WAGR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WAGRO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11q13.2-q13.4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900">
                <a:tc>
                  <a:txBody>
                    <a:bodyPr/>
                    <a:lstStyle/>
                    <a:p>
                      <a:pPr marL="524510" marR="105410" lvl="0" indent="-412114" algn="l" rtl="0">
                        <a:lnSpc>
                          <a:spcPct val="105000"/>
                        </a:lnSpc>
                        <a:spcBef>
                          <a:spcPts val="0"/>
                        </a:spcBef>
                        <a:spcAft>
                          <a:spcPts val="0"/>
                        </a:spcAft>
                        <a:buNone/>
                      </a:pPr>
                      <a:r>
                        <a:rPr lang="en-US" sz="750" u="none" strike="noStrike" cap="none">
                          <a:latin typeface="Calibri"/>
                          <a:ea typeface="Calibri"/>
                          <a:cs typeface="Calibri"/>
                          <a:sym typeface="Calibri"/>
                        </a:rPr>
                        <a:t>11q22.2-q22.3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11q23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342900">
                <a:tc>
                  <a:txBody>
                    <a:bodyPr/>
                    <a:lstStyle/>
                    <a:p>
                      <a:pPr marL="524510" marR="245109" lvl="0" indent="-272415" algn="l" rtl="0">
                        <a:lnSpc>
                          <a:spcPct val="105000"/>
                        </a:lnSpc>
                        <a:spcBef>
                          <a:spcPts val="0"/>
                        </a:spcBef>
                        <a:spcAft>
                          <a:spcPts val="0"/>
                        </a:spcAft>
                        <a:buNone/>
                      </a:pPr>
                      <a:r>
                        <a:rPr lang="en-US" sz="750" u="none" strike="noStrike" cap="none">
                          <a:latin typeface="Calibri"/>
                          <a:ea typeface="Calibri"/>
                          <a:cs typeface="Calibri"/>
                          <a:sym typeface="Calibri"/>
                        </a:rPr>
                        <a:t>12p12.1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12ql4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342900">
                <a:tc>
                  <a:txBody>
                    <a:bodyPr/>
                    <a:lstStyle/>
                    <a:p>
                      <a:pPr marL="524510" marR="161925" lvl="0" indent="-355600" algn="l" rtl="0">
                        <a:lnSpc>
                          <a:spcPct val="105000"/>
                        </a:lnSpc>
                        <a:spcBef>
                          <a:spcPts val="0"/>
                        </a:spcBef>
                        <a:spcAft>
                          <a:spcPts val="0"/>
                        </a:spcAft>
                        <a:buNone/>
                      </a:pPr>
                      <a:r>
                        <a:rPr lang="en-US" sz="750" u="none" strike="noStrike" cap="none">
                          <a:latin typeface="Calibri"/>
                          <a:ea typeface="Calibri"/>
                          <a:cs typeface="Calibri"/>
                          <a:sym typeface="Calibri"/>
                        </a:rPr>
                        <a:t>12q1Sq21.1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13q14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14q11-q22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Frias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r h="340350">
                <a:tc>
                  <a:txBody>
                    <a:bodyPr/>
                    <a:lstStyle/>
                    <a:p>
                      <a:pPr marL="524510" marR="105410" lvl="0" indent="-412114" algn="l" rtl="0">
                        <a:lnSpc>
                          <a:spcPct val="105000"/>
                        </a:lnSpc>
                        <a:spcBef>
                          <a:spcPts val="0"/>
                        </a:spcBef>
                        <a:spcAft>
                          <a:spcPts val="0"/>
                        </a:spcAft>
                        <a:buNone/>
                      </a:pPr>
                      <a:r>
                        <a:rPr lang="en-US" sz="750" u="none" strike="noStrike" cap="none">
                          <a:latin typeface="Calibri"/>
                          <a:ea typeface="Calibri"/>
                          <a:cs typeface="Calibri"/>
                          <a:sym typeface="Calibri"/>
                        </a:rPr>
                        <a:t>14q24.1-q24.3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9"/>
                  </a:ext>
                </a:extLst>
              </a:tr>
            </a:tbl>
          </a:graphicData>
        </a:graphic>
      </p:graphicFrame>
      <p:graphicFrame>
        <p:nvGraphicFramePr>
          <p:cNvPr id="130" name="Google Shape;130;p8">
            <a:extLst>
              <a:ext uri="{FF2B5EF4-FFF2-40B4-BE49-F238E27FC236}">
                <a16:creationId xmlns:a16="http://schemas.microsoft.com/office/drawing/2014/main" id="{7B1C481C-69A7-D9DD-6372-79595BEE1E26}"/>
              </a:ext>
            </a:extLst>
          </p:cNvPr>
          <p:cNvGraphicFramePr/>
          <p:nvPr/>
        </p:nvGraphicFramePr>
        <p:xfrm>
          <a:off x="3767042" y="1120210"/>
          <a:ext cx="1481450" cy="8270775"/>
        </p:xfrm>
        <a:graphic>
          <a:graphicData uri="http://schemas.openxmlformats.org/drawingml/2006/table">
            <a:tbl>
              <a:tblPr firstRow="1" bandRow="1">
                <a:noFill/>
                <a:tableStyleId>{F28EBD1E-F79C-4DFF-868A-0A9D0052B014}</a:tableStyleId>
              </a:tblPr>
              <a:tblGrid>
                <a:gridCol w="1481450">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34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15q13.3 deletion syndrome</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{BP4 to BPS} (loss)</a:t>
                      </a:r>
                      <a:endParaRPr sz="750" u="none" strike="noStrike" cap="none">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34290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15q13.3 deletion syndrome</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{BP4 to BPS} (gain)</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15q14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524510" marR="140335" lvl="0" indent="-377190" algn="l" rtl="0">
                        <a:lnSpc>
                          <a:spcPct val="105000"/>
                        </a:lnSpc>
                        <a:spcBef>
                          <a:spcPts val="0"/>
                        </a:spcBef>
                        <a:spcAft>
                          <a:spcPts val="0"/>
                        </a:spcAft>
                        <a:buNone/>
                      </a:pPr>
                      <a:r>
                        <a:rPr lang="en-US" sz="750" u="none" strike="noStrike" cap="none">
                          <a:latin typeface="Calibri"/>
                          <a:ea typeface="Calibri"/>
                          <a:cs typeface="Calibri"/>
                          <a:sym typeface="Calibri"/>
                        </a:rPr>
                        <a:t>15q2S.2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15q26-qter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34290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16p11.2-p12.2</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microduplication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342900">
                <a:tc>
                  <a:txBody>
                    <a:bodyPr/>
                    <a:lstStyle/>
                    <a:p>
                      <a:pPr marL="524510" marR="141605" lvl="0" indent="-375919" algn="l" rtl="0">
                        <a:lnSpc>
                          <a:spcPct val="105000"/>
                        </a:lnSpc>
                        <a:spcBef>
                          <a:spcPts val="0"/>
                        </a:spcBef>
                        <a:spcAft>
                          <a:spcPts val="0"/>
                        </a:spcAft>
                        <a:buNone/>
                      </a:pPr>
                      <a:r>
                        <a:rPr lang="en-US" sz="750" u="none" strike="noStrike" cap="none">
                          <a:latin typeface="Calibri"/>
                          <a:ea typeface="Calibri"/>
                          <a:cs typeface="Calibri"/>
                          <a:sym typeface="Calibri"/>
                        </a:rPr>
                        <a:t>16p12.2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16p13.11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16p13.11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462275">
                <a:tc>
                  <a:txBody>
                    <a:bodyPr/>
                    <a:lstStyle/>
                    <a:p>
                      <a:pPr marL="90170" marR="81915" lvl="0" indent="-634" algn="ctr" rtl="0">
                        <a:lnSpc>
                          <a:spcPct val="105000"/>
                        </a:lnSpc>
                        <a:spcBef>
                          <a:spcPts val="0"/>
                        </a:spcBef>
                        <a:spcAft>
                          <a:spcPts val="0"/>
                        </a:spcAft>
                        <a:buNone/>
                      </a:pPr>
                      <a:r>
                        <a:rPr lang="en-US" sz="750" u="none" strike="noStrike" cap="none">
                          <a:latin typeface="Calibri"/>
                          <a:ea typeface="Calibri"/>
                          <a:cs typeface="Calibri"/>
                          <a:sym typeface="Calibri"/>
                        </a:rPr>
                        <a:t>Polycystic kidney disease, infantile severe, with tuberous sclerosis (PKDTS)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Rubinstein-Taybi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582925">
                <a:tc>
                  <a:txBody>
                    <a:bodyPr/>
                    <a:lstStyle/>
                    <a:p>
                      <a:pPr marL="71755" marR="64135" lvl="0" indent="0" algn="ctr" rtl="0">
                        <a:lnSpc>
                          <a:spcPct val="105000"/>
                        </a:lnSpc>
                        <a:spcBef>
                          <a:spcPts val="0"/>
                        </a:spcBef>
                        <a:spcAft>
                          <a:spcPts val="0"/>
                        </a:spcAft>
                        <a:buNone/>
                      </a:pPr>
                      <a:r>
                        <a:rPr lang="en-US" sz="750" u="none" strike="noStrike" cap="none">
                          <a:latin typeface="Calibri"/>
                          <a:ea typeface="Calibri"/>
                          <a:cs typeface="Calibri"/>
                          <a:sym typeface="Calibri"/>
                        </a:rPr>
                        <a:t>Alpha-thalassemia/intellectual disability syndrome, chromosome 16-related</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(ATR-16)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16q22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Smith-Magenis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60070" marR="103504" lvl="0" indent="-448944" algn="l" rtl="0">
                        <a:lnSpc>
                          <a:spcPct val="105000"/>
                        </a:lnSpc>
                        <a:spcBef>
                          <a:spcPts val="0"/>
                        </a:spcBef>
                        <a:spcAft>
                          <a:spcPts val="0"/>
                        </a:spcAft>
                        <a:buNone/>
                      </a:pPr>
                      <a:r>
                        <a:rPr lang="en-US" sz="750" u="none" strike="noStrike" cap="none">
                          <a:latin typeface="Calibri"/>
                          <a:ea typeface="Calibri"/>
                          <a:cs typeface="Calibri"/>
                          <a:sym typeface="Calibri"/>
                        </a:rPr>
                        <a:t>Yuan-Harel-Lupski syndrome (YUHAL)</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17p12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17p13.l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342900">
                <a:tc>
                  <a:txBody>
                    <a:bodyPr/>
                    <a:lstStyle/>
                    <a:p>
                      <a:pPr marL="229234" marR="147955" lvl="0" indent="-74929" algn="l" rtl="0">
                        <a:lnSpc>
                          <a:spcPct val="105000"/>
                        </a:lnSpc>
                        <a:spcBef>
                          <a:spcPts val="0"/>
                        </a:spcBef>
                        <a:spcAft>
                          <a:spcPts val="0"/>
                        </a:spcAft>
                        <a:buNone/>
                      </a:pPr>
                      <a:r>
                        <a:rPr lang="en-US" sz="750" u="none" strike="noStrike" cap="none">
                          <a:latin typeface="Calibri"/>
                          <a:ea typeface="Calibri"/>
                          <a:cs typeface="Calibri"/>
                          <a:sym typeface="Calibri"/>
                        </a:rPr>
                        <a:t>Miller-Dieker lissencephaly syndrome (MDLS) (loss)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342900">
                <a:tc>
                  <a:txBody>
                    <a:bodyPr/>
                    <a:lstStyle/>
                    <a:p>
                      <a:pPr marL="227965" marR="147955" lvl="0" indent="-73660" algn="l" rtl="0">
                        <a:lnSpc>
                          <a:spcPct val="105000"/>
                        </a:lnSpc>
                        <a:spcBef>
                          <a:spcPts val="0"/>
                        </a:spcBef>
                        <a:spcAft>
                          <a:spcPts val="0"/>
                        </a:spcAft>
                        <a:buNone/>
                      </a:pPr>
                      <a:r>
                        <a:rPr lang="en-US" sz="750" u="none" strike="noStrike" cap="none">
                          <a:latin typeface="Calibri"/>
                          <a:ea typeface="Calibri"/>
                          <a:cs typeface="Calibri"/>
                          <a:sym typeface="Calibri"/>
                        </a:rPr>
                        <a:t>Miller-Dieker lissencephaly syndrome (MDLS) (gain)</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275">
                <a:tc>
                  <a:txBody>
                    <a:bodyPr/>
                    <a:lstStyle/>
                    <a:p>
                      <a:pPr marL="524510" marR="84455" lvl="0" indent="-433069" algn="l" rtl="0">
                        <a:lnSpc>
                          <a:spcPct val="105000"/>
                        </a:lnSpc>
                        <a:spcBef>
                          <a:spcPts val="0"/>
                        </a:spcBef>
                        <a:spcAft>
                          <a:spcPts val="0"/>
                        </a:spcAft>
                        <a:buNone/>
                      </a:pPr>
                      <a:r>
                        <a:rPr lang="en-US" sz="750" u="none" strike="noStrike" cap="none">
                          <a:latin typeface="Calibri"/>
                          <a:ea typeface="Calibri"/>
                          <a:cs typeface="Calibri"/>
                          <a:sym typeface="Calibri"/>
                        </a:rPr>
                        <a:t>17p13.3 telomeric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17q12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17q21.31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17q23.1-q23.2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Tetrasomy 18p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18p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18q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19p13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bl>
          </a:graphicData>
        </a:graphic>
      </p:graphicFrame>
      <p:graphicFrame>
        <p:nvGraphicFramePr>
          <p:cNvPr id="131" name="Google Shape;131;p8">
            <a:extLst>
              <a:ext uri="{FF2B5EF4-FFF2-40B4-BE49-F238E27FC236}">
                <a16:creationId xmlns:a16="http://schemas.microsoft.com/office/drawing/2014/main" id="{E95D8CCD-BBCA-65DD-9B6F-17FED4C3F7D6}"/>
              </a:ext>
            </a:extLst>
          </p:cNvPr>
          <p:cNvGraphicFramePr/>
          <p:nvPr/>
        </p:nvGraphicFramePr>
        <p:xfrm>
          <a:off x="5383866" y="1120210"/>
          <a:ext cx="1481450" cy="5683850"/>
        </p:xfrm>
        <a:graphic>
          <a:graphicData uri="http://schemas.openxmlformats.org/drawingml/2006/table">
            <a:tbl>
              <a:tblPr firstRow="1" bandRow="1">
                <a:noFill/>
                <a:tableStyleId>{F28EBD1E-F79C-4DFF-868A-0A9D0052B014}</a:tableStyleId>
              </a:tblPr>
              <a:tblGrid>
                <a:gridCol w="1481450">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340350">
                <a:tc>
                  <a:txBody>
                    <a:bodyPr/>
                    <a:lstStyle/>
                    <a:p>
                      <a:pPr marL="524510" marR="218440" lvl="0" indent="-299085" algn="l" rtl="0">
                        <a:lnSpc>
                          <a:spcPct val="105000"/>
                        </a:lnSpc>
                        <a:spcBef>
                          <a:spcPts val="0"/>
                        </a:spcBef>
                        <a:spcAft>
                          <a:spcPts val="0"/>
                        </a:spcAft>
                        <a:buNone/>
                      </a:pPr>
                      <a:r>
                        <a:rPr lang="en-US" sz="750" u="none" strike="noStrike" cap="none">
                          <a:latin typeface="Calibri"/>
                          <a:ea typeface="Calibri"/>
                          <a:cs typeface="Calibri"/>
                          <a:sym typeface="Calibri"/>
                        </a:rPr>
                        <a:t>19q13.11 microdeletion syndrome</a:t>
                      </a:r>
                      <a:endParaRPr sz="750" u="none" strike="noStrike" cap="none">
                        <a:latin typeface="Calibri"/>
                        <a:ea typeface="Calibri"/>
                        <a:cs typeface="Calibri"/>
                        <a:sym typeface="Calibri"/>
                      </a:endParaRPr>
                    </a:p>
                  </a:txBody>
                  <a:tcPr marL="0" marR="0" marT="406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20p13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524510" marR="52069" lvl="0" indent="-465454" algn="l" rtl="0">
                        <a:lnSpc>
                          <a:spcPct val="105000"/>
                        </a:lnSpc>
                        <a:spcBef>
                          <a:spcPts val="0"/>
                        </a:spcBef>
                        <a:spcAft>
                          <a:spcPts val="0"/>
                        </a:spcAft>
                        <a:buNone/>
                      </a:pPr>
                      <a:r>
                        <a:rPr lang="en-US" sz="750" u="none" strike="noStrike" cap="none">
                          <a:latin typeface="Calibri"/>
                          <a:ea typeface="Calibri"/>
                          <a:cs typeface="Calibri"/>
                          <a:sym typeface="Calibri"/>
                        </a:rPr>
                        <a:t>21q22.11-q22.12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462925">
                <a:tc>
                  <a:txBody>
                    <a:bodyPr/>
                    <a:lstStyle/>
                    <a:p>
                      <a:pPr marL="151130" marR="144145" lvl="0" indent="0" algn="ctr" rtl="0">
                        <a:lnSpc>
                          <a:spcPct val="105000"/>
                        </a:lnSpc>
                        <a:spcBef>
                          <a:spcPts val="0"/>
                        </a:spcBef>
                        <a:spcAft>
                          <a:spcPts val="0"/>
                        </a:spcAft>
                        <a:buNone/>
                      </a:pPr>
                      <a:r>
                        <a:rPr lang="en-US" sz="750" u="none" strike="noStrike" cap="none">
                          <a:latin typeface="Calibri"/>
                          <a:ea typeface="Calibri"/>
                          <a:cs typeface="Calibri"/>
                          <a:sym typeface="Calibri"/>
                        </a:rPr>
                        <a:t>22q11.2 deletion syndrome (distal,</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D-E/F)</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462275">
                <a:tc>
                  <a:txBody>
                    <a:bodyPr/>
                    <a:lstStyle/>
                    <a:p>
                      <a:pPr marL="151130" marR="144145" lvl="0" indent="0" algn="ctr" rtl="0">
                        <a:lnSpc>
                          <a:spcPct val="105000"/>
                        </a:lnSpc>
                        <a:spcBef>
                          <a:spcPts val="0"/>
                        </a:spcBef>
                        <a:spcAft>
                          <a:spcPts val="0"/>
                        </a:spcAft>
                        <a:buNone/>
                      </a:pPr>
                      <a:r>
                        <a:rPr lang="en-US" sz="750" u="none" strike="noStrike" cap="none">
                          <a:latin typeface="Calibri"/>
                          <a:ea typeface="Calibri"/>
                          <a:cs typeface="Calibri"/>
                          <a:sym typeface="Calibri"/>
                        </a:rPr>
                        <a:t>22q11.2 deletion syndrome (LCR22</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B/C-D)</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22q13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22q13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Xp11.22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342900">
                <a:tc>
                  <a:txBody>
                    <a:bodyPr/>
                    <a:lstStyle/>
                    <a:p>
                      <a:pPr marL="524510" marR="135890" lvl="0" indent="-382905" algn="l" rtl="0">
                        <a:lnSpc>
                          <a:spcPct val="105000"/>
                        </a:lnSpc>
                        <a:spcBef>
                          <a:spcPts val="0"/>
                        </a:spcBef>
                        <a:spcAft>
                          <a:spcPts val="0"/>
                        </a:spcAft>
                        <a:buNone/>
                      </a:pPr>
                      <a:r>
                        <a:rPr lang="en-US" sz="750" u="none" strike="noStrike" cap="none">
                          <a:latin typeface="Calibri"/>
                          <a:ea typeface="Calibri"/>
                          <a:cs typeface="Calibri"/>
                          <a:sym typeface="Calibri"/>
                        </a:rPr>
                        <a:t>Xp11.22-p11.23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342900">
                <a:tc>
                  <a:txBody>
                    <a:bodyPr/>
                    <a:lstStyle/>
                    <a:p>
                      <a:pPr marL="524510" marR="243840" lvl="0" indent="-273685" algn="l" rtl="0">
                        <a:lnSpc>
                          <a:spcPct val="105000"/>
                        </a:lnSpc>
                        <a:spcBef>
                          <a:spcPts val="0"/>
                        </a:spcBef>
                        <a:spcAft>
                          <a:spcPts val="0"/>
                        </a:spcAft>
                        <a:buNone/>
                      </a:pPr>
                      <a:r>
                        <a:rPr lang="en-US" sz="750" u="none" strike="noStrike" cap="none">
                          <a:latin typeface="Calibri"/>
                          <a:ea typeface="Calibri"/>
                          <a:cs typeface="Calibri"/>
                          <a:sym typeface="Calibri"/>
                        </a:rPr>
                        <a:t>Xp11.23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Xp11.3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Xp21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342900">
                <a:tc>
                  <a:txBody>
                    <a:bodyPr/>
                    <a:lstStyle/>
                    <a:p>
                      <a:pPr marL="524510" marR="202565" lvl="0" indent="-314960" algn="l" rtl="0">
                        <a:lnSpc>
                          <a:spcPct val="105000"/>
                        </a:lnSpc>
                        <a:spcBef>
                          <a:spcPts val="0"/>
                        </a:spcBef>
                        <a:spcAft>
                          <a:spcPts val="0"/>
                        </a:spcAft>
                        <a:buNone/>
                      </a:pPr>
                      <a:r>
                        <a:rPr lang="en-US" sz="750" u="none" strike="noStrike" cap="none">
                          <a:latin typeface="Calibri"/>
                          <a:ea typeface="Calibri"/>
                          <a:cs typeface="Calibri"/>
                          <a:sym typeface="Calibri"/>
                        </a:rPr>
                        <a:t>Xp21.2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342900">
                <a:tc>
                  <a:txBody>
                    <a:bodyPr/>
                    <a:lstStyle/>
                    <a:p>
                      <a:pPr marL="524510" marR="243840" lvl="0" indent="-273685" algn="l" rtl="0">
                        <a:lnSpc>
                          <a:spcPct val="105000"/>
                        </a:lnSpc>
                        <a:spcBef>
                          <a:spcPts val="0"/>
                        </a:spcBef>
                        <a:spcAft>
                          <a:spcPts val="0"/>
                        </a:spcAft>
                        <a:buNone/>
                      </a:pPr>
                      <a:r>
                        <a:rPr lang="en-US" sz="750" u="none" strike="noStrike" cap="none">
                          <a:latin typeface="Calibri"/>
                          <a:ea typeface="Calibri"/>
                          <a:cs typeface="Calibri"/>
                          <a:sym typeface="Calibri"/>
                        </a:rPr>
                        <a:t>Xp22.31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Xq21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342900">
                <a:tc>
                  <a:txBody>
                    <a:bodyPr/>
                    <a:lstStyle/>
                    <a:p>
                      <a:pPr marL="524510" marR="178435" lvl="0" indent="-339090" algn="l" rtl="0">
                        <a:lnSpc>
                          <a:spcPct val="105000"/>
                        </a:lnSpc>
                        <a:spcBef>
                          <a:spcPts val="0"/>
                        </a:spcBef>
                        <a:spcAft>
                          <a:spcPts val="0"/>
                        </a:spcAft>
                        <a:buNone/>
                      </a:pPr>
                      <a:r>
                        <a:rPr lang="en-US" sz="750" u="none" strike="noStrike" cap="none">
                          <a:latin typeface="Calibri"/>
                          <a:ea typeface="Calibri"/>
                          <a:cs typeface="Calibri"/>
                          <a:sym typeface="Calibri"/>
                        </a:rPr>
                        <a:t>Xq22.3 telomeric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342900">
                <a:tc>
                  <a:txBody>
                    <a:bodyPr/>
                    <a:lstStyle/>
                    <a:p>
                      <a:pPr marL="524510" marR="229234" lvl="0" indent="-288290" algn="l" rtl="0">
                        <a:lnSpc>
                          <a:spcPct val="105000"/>
                        </a:lnSpc>
                        <a:spcBef>
                          <a:spcPts val="0"/>
                        </a:spcBef>
                        <a:spcAft>
                          <a:spcPts val="0"/>
                        </a:spcAft>
                        <a:buNone/>
                      </a:pPr>
                      <a:r>
                        <a:rPr lang="en-US" sz="750" u="none" strike="noStrike" cap="none">
                          <a:latin typeface="Calibri"/>
                          <a:ea typeface="Calibri"/>
                          <a:cs typeface="Calibri"/>
                          <a:sym typeface="Calibri"/>
                        </a:rPr>
                        <a:t>Xq27.3-q28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Xq28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bl>
          </a:graphicData>
        </a:graphic>
      </p:graphicFrame>
      <p:grpSp>
        <p:nvGrpSpPr>
          <p:cNvPr id="132" name="Google Shape;132;p8">
            <a:extLst>
              <a:ext uri="{FF2B5EF4-FFF2-40B4-BE49-F238E27FC236}">
                <a16:creationId xmlns:a16="http://schemas.microsoft.com/office/drawing/2014/main" id="{DE732257-ACEE-DD7A-E8DD-792E2B480272}"/>
              </a:ext>
            </a:extLst>
          </p:cNvPr>
          <p:cNvGrpSpPr/>
          <p:nvPr/>
        </p:nvGrpSpPr>
        <p:grpSpPr>
          <a:xfrm>
            <a:off x="385762" y="357187"/>
            <a:ext cx="6788784" cy="9477375"/>
            <a:chOff x="385762" y="357187"/>
            <a:chExt cx="6788784" cy="9477375"/>
          </a:xfrm>
        </p:grpSpPr>
        <p:sp>
          <p:nvSpPr>
            <p:cNvPr id="133" name="Google Shape;133;p8">
              <a:extLst>
                <a:ext uri="{FF2B5EF4-FFF2-40B4-BE49-F238E27FC236}">
                  <a16:creationId xmlns:a16="http://schemas.microsoft.com/office/drawing/2014/main" id="{33C2904E-1869-0BF2-988F-AB683F17E833}"/>
                </a:ext>
              </a:extLst>
            </p:cNvPr>
            <p:cNvSpPr/>
            <p:nvPr/>
          </p:nvSpPr>
          <p:spPr>
            <a:xfrm>
              <a:off x="425742" y="357187"/>
              <a:ext cx="6708775" cy="9477375"/>
            </a:xfrm>
            <a:custGeom>
              <a:avLst/>
              <a:gdLst/>
              <a:ahLst/>
              <a:cxnLst/>
              <a:rect l="l" t="t" r="r" b="b"/>
              <a:pathLst>
                <a:path w="6708775" h="9477375" extrusionOk="0">
                  <a:moveTo>
                    <a:pt x="6708571" y="20929"/>
                  </a:moveTo>
                  <a:lnTo>
                    <a:pt x="6671997" y="1374"/>
                  </a:lnTo>
                  <a:lnTo>
                    <a:pt x="6658063" y="0"/>
                  </a:lnTo>
                  <a:lnTo>
                    <a:pt x="50507" y="0"/>
                  </a:lnTo>
                  <a:lnTo>
                    <a:pt x="10820" y="12044"/>
                  </a:lnTo>
                  <a:lnTo>
                    <a:pt x="5191" y="16220"/>
                  </a:lnTo>
                  <a:lnTo>
                    <a:pt x="0" y="20929"/>
                  </a:lnTo>
                </a:path>
                <a:path w="6708775" h="9477375" extrusionOk="0">
                  <a:moveTo>
                    <a:pt x="0" y="9456445"/>
                  </a:moveTo>
                  <a:lnTo>
                    <a:pt x="36574" y="9476000"/>
                  </a:lnTo>
                  <a:lnTo>
                    <a:pt x="50507" y="9477375"/>
                  </a:lnTo>
                  <a:lnTo>
                    <a:pt x="6634251" y="9477375"/>
                  </a:lnTo>
                  <a:lnTo>
                    <a:pt x="6678428" y="9474299"/>
                  </a:lnTo>
                  <a:lnTo>
                    <a:pt x="6703380" y="9461154"/>
                  </a:lnTo>
                  <a:lnTo>
                    <a:pt x="6708571" y="94564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4" name="Google Shape;134;p8">
              <a:extLst>
                <a:ext uri="{FF2B5EF4-FFF2-40B4-BE49-F238E27FC236}">
                  <a16:creationId xmlns:a16="http://schemas.microsoft.com/office/drawing/2014/main" id="{9CED7607-88F1-3DF5-7C8C-E814D3D91C37}"/>
                </a:ext>
              </a:extLst>
            </p:cNvPr>
            <p:cNvSpPr/>
            <p:nvPr/>
          </p:nvSpPr>
          <p:spPr>
            <a:xfrm>
              <a:off x="385762" y="364642"/>
              <a:ext cx="6788784" cy="9462770"/>
            </a:xfrm>
            <a:custGeom>
              <a:avLst/>
              <a:gdLst/>
              <a:ahLst/>
              <a:cxnLst/>
              <a:rect l="l" t="t" r="r" b="b"/>
              <a:pathLst>
                <a:path w="6788784" h="9462770" extrusionOk="0">
                  <a:moveTo>
                    <a:pt x="26504" y="0"/>
                  </a:moveTo>
                  <a:lnTo>
                    <a:pt x="3895" y="37713"/>
                  </a:lnTo>
                  <a:lnTo>
                    <a:pt x="0" y="63982"/>
                  </a:lnTo>
                  <a:lnTo>
                    <a:pt x="0" y="9393720"/>
                  </a:lnTo>
                  <a:lnTo>
                    <a:pt x="6883" y="9433115"/>
                  </a:lnTo>
                  <a:lnTo>
                    <a:pt x="20540" y="9455886"/>
                  </a:lnTo>
                  <a:lnTo>
                    <a:pt x="26504" y="9462465"/>
                  </a:lnTo>
                </a:path>
                <a:path w="6788784" h="9462770" extrusionOk="0">
                  <a:moveTo>
                    <a:pt x="6762026" y="9462465"/>
                  </a:moveTo>
                  <a:lnTo>
                    <a:pt x="6784635" y="9424751"/>
                  </a:lnTo>
                  <a:lnTo>
                    <a:pt x="6788531" y="93984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00129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28322"/>
          </a:xfrm>
          <a:prstGeom prst="rect">
            <a:avLst/>
          </a:prstGeom>
          <a:noFill/>
          <a:ln>
            <a:noFill/>
          </a:ln>
        </p:spPr>
        <p:txBody>
          <a:bodyPr spcFirstLastPara="1" wrap="square" lIns="0" tIns="12700" rIns="0" bIns="0" anchor="t" anchorCtr="0">
            <a:spAutoFit/>
          </a:bodyPr>
          <a:lstStyle/>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test was performed by Union Clinical Laboratory, with genetic sequencing conducted by the laboratory and bioinformatics analysis performed by </a:t>
            </a:r>
            <a:r>
              <a:rPr lang="en-US" sz="600" dirty="0" err="1">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Genolyx</a:t>
            </a: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 (USA). The</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report was reviewed and verified by genetic counseling consultant Professor Chien-Nan Lee. The laboratory is accredited by the College of American Pathologists (CAP), confirming</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accuracy and quality of the reported results.</a:t>
            </a: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343</TotalTime>
  <Words>1421</Words>
  <Application>Microsoft Macintosh PowerPoint</Application>
  <PresentationFormat>Custom</PresentationFormat>
  <Paragraphs>256</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Microsoft YaHei</vt:lpstr>
      <vt:lpstr>Noto Sans SC</vt:lpstr>
      <vt:lpstr>Arial</vt:lpstr>
      <vt:lpstr>Calibri</vt:lpstr>
      <vt:lpstr>Calibri Light</vt:lpstr>
      <vt:lpstr>Office 2013 - 2022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53</cp:revision>
  <dcterms:modified xsi:type="dcterms:W3CDTF">2025-10-31T14:27:19Z</dcterms:modified>
</cp:coreProperties>
</file>