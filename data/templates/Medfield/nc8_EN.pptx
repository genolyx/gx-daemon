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Lst>
  <p:notesMasterIdLst>
    <p:notesMasterId r:id="rId4"/>
  </p:notesMasterIdLst>
  <p:sldIdLst>
    <p:sldId id="259" r:id="rId2"/>
    <p:sldId id="261" r:id="rId3"/>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90"/>
  </p:normalViewPr>
  <p:slideViewPr>
    <p:cSldViewPr snapToGrid="0">
      <p:cViewPr varScale="1">
        <p:scale>
          <a:sx n="102" d="100"/>
          <a:sy n="102" d="100"/>
        </p:scale>
        <p:origin x="443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396372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175115"/>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52586"/>
          </a:xfrm>
          <a:prstGeom prst="rect">
            <a:avLst/>
          </a:prstGeom>
          <a:noFill/>
          <a:ln>
            <a:noFill/>
          </a:ln>
        </p:spPr>
        <p:txBody>
          <a:bodyPr spcFirstLastPara="1" wrap="square" lIns="0" tIns="13950"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Version_2_20251026</a:t>
            </a: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SC" panose="020B02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a:extLst>
              <a:ext uri="{FF2B5EF4-FFF2-40B4-BE49-F238E27FC236}">
                <a16:creationId xmlns:a16="http://schemas.microsoft.com/office/drawing/2014/main" id="{0D93C73F-1651-CD35-E6F6-D69BA8F7618D}"/>
              </a:ext>
            </a:extLst>
          </p:cNvPr>
          <p:cNvGraphicFramePr/>
          <p:nvPr>
            <p:extLst>
              <p:ext uri="{D42A27DB-BD31-4B8C-83A1-F6EECF244321}">
                <p14:modId xmlns:p14="http://schemas.microsoft.com/office/powerpoint/2010/main" val="1663178372"/>
              </p:ext>
            </p:extLst>
          </p:nvPr>
        </p:nvGraphicFramePr>
        <p:xfrm>
          <a:off x="381000" y="1279067"/>
          <a:ext cx="6795387" cy="1914500"/>
        </p:xfrm>
        <a:graphic>
          <a:graphicData uri="http://schemas.openxmlformats.org/drawingml/2006/table">
            <a:tbl>
              <a:tblPr firstRow="1" bandRow="1">
                <a:noFill/>
                <a:tableStyleId>{F28EBD1E-F79C-4DFF-868A-0A9D0052B014}</a:tableStyleId>
              </a:tblPr>
              <a:tblGrid>
                <a:gridCol w="1164891">
                  <a:extLst>
                    <a:ext uri="{9D8B030D-6E8A-4147-A177-3AD203B41FA5}">
                      <a16:colId xmlns:a16="http://schemas.microsoft.com/office/drawing/2014/main" val="20000"/>
                    </a:ext>
                  </a:extLst>
                </a:gridCol>
                <a:gridCol w="1098753">
                  <a:extLst>
                    <a:ext uri="{9D8B030D-6E8A-4147-A177-3AD203B41FA5}">
                      <a16:colId xmlns:a16="http://schemas.microsoft.com/office/drawing/2014/main" val="20001"/>
                    </a:ext>
                  </a:extLst>
                </a:gridCol>
                <a:gridCol w="1166168">
                  <a:extLst>
                    <a:ext uri="{9D8B030D-6E8A-4147-A177-3AD203B41FA5}">
                      <a16:colId xmlns:a16="http://schemas.microsoft.com/office/drawing/2014/main" val="20002"/>
                    </a:ext>
                  </a:extLst>
                </a:gridCol>
                <a:gridCol w="1096850">
                  <a:extLst>
                    <a:ext uri="{9D8B030D-6E8A-4147-A177-3AD203B41FA5}">
                      <a16:colId xmlns:a16="http://schemas.microsoft.com/office/drawing/2014/main" val="20003"/>
                    </a:ext>
                  </a:extLst>
                </a:gridCol>
                <a:gridCol w="1167419">
                  <a:extLst>
                    <a:ext uri="{9D8B030D-6E8A-4147-A177-3AD203B41FA5}">
                      <a16:colId xmlns:a16="http://schemas.microsoft.com/office/drawing/2014/main" val="20004"/>
                    </a:ext>
                  </a:extLst>
                </a:gridCol>
                <a:gridCol w="1101306">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Name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Date of Birth:</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&lt;&lt;DOB&gt;&gt;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MR Number:</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Draw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lgn="ctr">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Blood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Report Date:</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Sample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&lt;&lt;Sample Number&gt;&gt;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Order Number</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Hospital</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Microsoft YaHei"/>
                        </a:rPr>
                        <a:t>Pregnancy Type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Gestational Age</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&lt;&lt;W&gt;&gt;</a:t>
                      </a:r>
                      <a:r>
                        <a:rPr lang="en-US" sz="900" u="none" strike="noStrike" cap="none" dirty="0">
                          <a:latin typeface="Noto Sans SC" panose="020B0200000000000000" pitchFamily="34" charset="-128"/>
                          <a:ea typeface="Noto Sans SC" panose="020B0200000000000000" pitchFamily="34" charset="-128"/>
                          <a:cs typeface="Arial"/>
                          <a:sym typeface="Arial"/>
                        </a:rPr>
                        <a:t> W </a:t>
                      </a:r>
                      <a:r>
                        <a:rPr lang="en-US" sz="900" dirty="0">
                          <a:latin typeface="Noto Sans SC" panose="020B0200000000000000" pitchFamily="34" charset="-128"/>
                          <a:ea typeface="Noto Sans SC" panose="020B0200000000000000" pitchFamily="34" charset="-128"/>
                          <a:cs typeface="Arial"/>
                          <a:sym typeface="Arial"/>
                        </a:rPr>
                        <a:t>&lt;&lt;D&gt;&gt;</a:t>
                      </a:r>
                      <a:r>
                        <a:rPr lang="en-US" sz="900" u="none" strike="noStrike" cap="none" dirty="0">
                          <a:latin typeface="Noto Sans SC" panose="020B0200000000000000" pitchFamily="34" charset="-128"/>
                          <a:ea typeface="Noto Sans SC" panose="020B0200000000000000" pitchFamily="34" charset="-128"/>
                          <a:cs typeface="Arial"/>
                          <a:sym typeface="Arial"/>
                        </a:rPr>
                        <a:t> D</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Physician</a:t>
                      </a:r>
                      <a:r>
                        <a:rPr lang="en-US" sz="900" u="none" strike="noStrike" cap="none" dirty="0">
                          <a:solidFill>
                            <a:srgbClr val="FFFFFF"/>
                          </a:solidFill>
                          <a:latin typeface="Noto Sans SC" panose="020B0200000000000000" pitchFamily="34" charset="-128"/>
                          <a:ea typeface="Noto Sans SC" panose="020B0200000000000000" pitchFamily="34" charset="-128"/>
                          <a:cs typeface="Times New Roman"/>
                          <a:sym typeface="Times New Roman"/>
                        </a:rPr>
                        <a:t> </a:t>
                      </a:r>
                      <a:r>
                        <a:rPr lang="en-US" sz="900" u="none" strike="noStrike" cap="none" dirty="0">
                          <a:solidFill>
                            <a:srgbClr val="FFFFFF"/>
                          </a:solidFill>
                          <a:latin typeface="Noto Sans SC" panose="020B0200000000000000" pitchFamily="34" charset="-128"/>
                          <a:ea typeface="Noto Sans SC" panose="020B0200000000000000" pitchFamily="34" charset="-128"/>
                          <a:cs typeface="Microsoft YaHei"/>
                          <a:sym typeface="Microsoft YaHei"/>
                        </a:rPr>
                        <a:t>:</a:t>
                      </a:r>
                      <a:endParaRPr sz="900" u="none" strike="noStrike" cap="none" dirty="0">
                        <a:latin typeface="Noto Sans SC" panose="020B0200000000000000" pitchFamily="34" charset="-128"/>
                        <a:ea typeface="Noto Sans SC" panose="020B0200000000000000" pitchFamily="34" charset="-128"/>
                        <a:cs typeface="Microsoft YaHei"/>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145862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151241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86" name="Google Shape;86;p7">
            <a:extLst>
              <a:ext uri="{FF2B5EF4-FFF2-40B4-BE49-F238E27FC236}">
                <a16:creationId xmlns:a16="http://schemas.microsoft.com/office/drawing/2014/main" id="{3EA21A35-C566-C0B7-1D99-1F397AD9C074}"/>
              </a:ext>
            </a:extLst>
          </p:cNvPr>
          <p:cNvSpPr txBox="1"/>
          <p:nvPr/>
        </p:nvSpPr>
        <p:spPr>
          <a:xfrm>
            <a:off x="3956875" y="3831425"/>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Microdeletion</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7" name="Google Shape;87;p7">
            <a:extLst>
              <a:ext uri="{FF2B5EF4-FFF2-40B4-BE49-F238E27FC236}">
                <a16:creationId xmlns:a16="http://schemas.microsoft.com/office/drawing/2014/main" id="{CB981124-0070-4D7E-1FF1-904A551C337F}"/>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8" name="Google Shape;88;p7">
            <a:extLst>
              <a:ext uri="{FF2B5EF4-FFF2-40B4-BE49-F238E27FC236}">
                <a16:creationId xmlns:a16="http://schemas.microsoft.com/office/drawing/2014/main" id="{CE41E459-F309-7C00-AA7D-12249C74DFBD}"/>
              </a:ext>
            </a:extLst>
          </p:cNvPr>
          <p:cNvSpPr txBox="1"/>
          <p:nvPr/>
        </p:nvSpPr>
        <p:spPr>
          <a:xfrm>
            <a:off x="4059349" y="4178808"/>
            <a:ext cx="170926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1p36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9" name="Google Shape;89;p7">
            <a:extLst>
              <a:ext uri="{FF2B5EF4-FFF2-40B4-BE49-F238E27FC236}">
                <a16:creationId xmlns:a16="http://schemas.microsoft.com/office/drawing/2014/main" id="{1DC7AA4A-7190-7DB8-8CBA-F4F250E3FD19}"/>
              </a:ext>
            </a:extLst>
          </p:cNvPr>
          <p:cNvSpPr/>
          <p:nvPr/>
        </p:nvSpPr>
        <p:spPr>
          <a:xfrm>
            <a:off x="3969574" y="4103522"/>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1" name="Google Shape;91;p7">
            <a:extLst>
              <a:ext uri="{FF2B5EF4-FFF2-40B4-BE49-F238E27FC236}">
                <a16:creationId xmlns:a16="http://schemas.microsoft.com/office/drawing/2014/main" id="{052DBD0F-20EC-FB07-6A85-570618DE5002}"/>
              </a:ext>
            </a:extLst>
          </p:cNvPr>
          <p:cNvSpPr txBox="1"/>
          <p:nvPr/>
        </p:nvSpPr>
        <p:spPr>
          <a:xfrm>
            <a:off x="4059350" y="4538713"/>
            <a:ext cx="1767585"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2q33.1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2" name="Google Shape;92;p7">
            <a:extLst>
              <a:ext uri="{FF2B5EF4-FFF2-40B4-BE49-F238E27FC236}">
                <a16:creationId xmlns:a16="http://schemas.microsoft.com/office/drawing/2014/main" id="{47DFE3CC-2F59-0537-1868-CBFD8B6C7FFA}"/>
              </a:ext>
            </a:extLst>
          </p:cNvPr>
          <p:cNvSpPr/>
          <p:nvPr/>
        </p:nvSpPr>
        <p:spPr>
          <a:xfrm>
            <a:off x="3969574" y="446341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4" name="Google Shape;94;p7">
            <a:extLst>
              <a:ext uri="{FF2B5EF4-FFF2-40B4-BE49-F238E27FC236}">
                <a16:creationId xmlns:a16="http://schemas.microsoft.com/office/drawing/2014/main" id="{93D0F4B1-538C-FBAD-B33A-9A888AFE9FDB}"/>
              </a:ext>
            </a:extLst>
          </p:cNvPr>
          <p:cNvSpPr txBox="1"/>
          <p:nvPr/>
        </p:nvSpPr>
        <p:spPr>
          <a:xfrm>
            <a:off x="4059350" y="4898618"/>
            <a:ext cx="1851791"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Wolf-Hirschhorn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5" name="Google Shape;95;p7">
            <a:extLst>
              <a:ext uri="{FF2B5EF4-FFF2-40B4-BE49-F238E27FC236}">
                <a16:creationId xmlns:a16="http://schemas.microsoft.com/office/drawing/2014/main" id="{49444672-358C-6BD2-A350-AC288EC0B2E1}"/>
              </a:ext>
            </a:extLst>
          </p:cNvPr>
          <p:cNvSpPr/>
          <p:nvPr/>
        </p:nvSpPr>
        <p:spPr>
          <a:xfrm>
            <a:off x="3969574" y="4823320"/>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97" name="Google Shape;97;p7">
            <a:extLst>
              <a:ext uri="{FF2B5EF4-FFF2-40B4-BE49-F238E27FC236}">
                <a16:creationId xmlns:a16="http://schemas.microsoft.com/office/drawing/2014/main" id="{A33C98AD-977F-204E-51EA-BB8CE6229D23}"/>
              </a:ext>
            </a:extLst>
          </p:cNvPr>
          <p:cNvSpPr txBox="1"/>
          <p:nvPr/>
        </p:nvSpPr>
        <p:spPr>
          <a:xfrm>
            <a:off x="4059351" y="5258511"/>
            <a:ext cx="170926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Cri Du Chat syndrome</a:t>
            </a:r>
          </a:p>
        </p:txBody>
      </p:sp>
      <p:sp>
        <p:nvSpPr>
          <p:cNvPr id="98" name="Google Shape;98;p7">
            <a:extLst>
              <a:ext uri="{FF2B5EF4-FFF2-40B4-BE49-F238E27FC236}">
                <a16:creationId xmlns:a16="http://schemas.microsoft.com/office/drawing/2014/main" id="{94AEABB0-D29C-F906-BA26-FF58DD8ABFFA}"/>
              </a:ext>
            </a:extLst>
          </p:cNvPr>
          <p:cNvSpPr/>
          <p:nvPr/>
        </p:nvSpPr>
        <p:spPr>
          <a:xfrm>
            <a:off x="3969574" y="518322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0" name="Google Shape;100;p7">
            <a:extLst>
              <a:ext uri="{FF2B5EF4-FFF2-40B4-BE49-F238E27FC236}">
                <a16:creationId xmlns:a16="http://schemas.microsoft.com/office/drawing/2014/main" id="{9DE185EA-105A-390C-07A5-985B76C4EE4E}"/>
              </a:ext>
            </a:extLst>
          </p:cNvPr>
          <p:cNvSpPr txBox="1"/>
          <p:nvPr/>
        </p:nvSpPr>
        <p:spPr>
          <a:xfrm>
            <a:off x="4059351" y="5618416"/>
            <a:ext cx="1851790"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Williams-Beuren syndrome</a:t>
            </a:r>
          </a:p>
        </p:txBody>
      </p:sp>
      <p:sp>
        <p:nvSpPr>
          <p:cNvPr id="101" name="Google Shape;101;p7">
            <a:extLst>
              <a:ext uri="{FF2B5EF4-FFF2-40B4-BE49-F238E27FC236}">
                <a16:creationId xmlns:a16="http://schemas.microsoft.com/office/drawing/2014/main" id="{DCF4461F-8DF9-5E1F-68A2-67BAA2F430BE}"/>
              </a:ext>
            </a:extLst>
          </p:cNvPr>
          <p:cNvSpPr/>
          <p:nvPr/>
        </p:nvSpPr>
        <p:spPr>
          <a:xfrm>
            <a:off x="3969574" y="5543131"/>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3" name="Google Shape;103;p7">
            <a:extLst>
              <a:ext uri="{FF2B5EF4-FFF2-40B4-BE49-F238E27FC236}">
                <a16:creationId xmlns:a16="http://schemas.microsoft.com/office/drawing/2014/main" id="{8D9EA37F-E8AF-8450-B245-CFB4B28BBE71}"/>
              </a:ext>
            </a:extLst>
          </p:cNvPr>
          <p:cNvSpPr txBox="1"/>
          <p:nvPr/>
        </p:nvSpPr>
        <p:spPr>
          <a:xfrm>
            <a:off x="4059351" y="5978321"/>
            <a:ext cx="163837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Jacobsen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04" name="Google Shape;104;p7">
            <a:extLst>
              <a:ext uri="{FF2B5EF4-FFF2-40B4-BE49-F238E27FC236}">
                <a16:creationId xmlns:a16="http://schemas.microsoft.com/office/drawing/2014/main" id="{E927AB21-BCDA-E427-980A-E3B1099B8871}"/>
              </a:ext>
            </a:extLst>
          </p:cNvPr>
          <p:cNvSpPr/>
          <p:nvPr/>
        </p:nvSpPr>
        <p:spPr>
          <a:xfrm>
            <a:off x="3969574" y="5903023"/>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6" name="Google Shape;106;p7">
            <a:extLst>
              <a:ext uri="{FF2B5EF4-FFF2-40B4-BE49-F238E27FC236}">
                <a16:creationId xmlns:a16="http://schemas.microsoft.com/office/drawing/2014/main" id="{D0EAA1CC-B051-C161-5440-E5CFFE424B95}"/>
              </a:ext>
            </a:extLst>
          </p:cNvPr>
          <p:cNvSpPr txBox="1"/>
          <p:nvPr/>
        </p:nvSpPr>
        <p:spPr>
          <a:xfrm>
            <a:off x="4059350" y="6338227"/>
            <a:ext cx="208932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Prader-</a:t>
            </a:r>
            <a:r>
              <a:rPr lang="en-US" sz="900" dirty="0" err="1">
                <a:latin typeface="Calibri" panose="020F0502020204030204" pitchFamily="34" charset="0"/>
                <a:ea typeface="Noto Sans SC" panose="020B0200000000000000" pitchFamily="34" charset="-128"/>
                <a:cs typeface="Calibri" panose="020F0502020204030204" pitchFamily="34" charset="0"/>
              </a:rPr>
              <a:t>willi</a:t>
            </a:r>
            <a:r>
              <a:rPr lang="en-US" sz="900" dirty="0">
                <a:latin typeface="Calibri" panose="020F0502020204030204" pitchFamily="34" charset="0"/>
                <a:ea typeface="Noto Sans SC" panose="020B0200000000000000" pitchFamily="34" charset="-128"/>
                <a:cs typeface="Calibri" panose="020F0502020204030204" pitchFamily="34" charset="0"/>
              </a:rPr>
              <a:t>/Angelman syndrome</a:t>
            </a:r>
          </a:p>
        </p:txBody>
      </p:sp>
      <p:sp>
        <p:nvSpPr>
          <p:cNvPr id="107" name="Google Shape;107;p7">
            <a:extLst>
              <a:ext uri="{FF2B5EF4-FFF2-40B4-BE49-F238E27FC236}">
                <a16:creationId xmlns:a16="http://schemas.microsoft.com/office/drawing/2014/main" id="{7C3938A8-F109-1DBC-5F5E-569E77E33177}"/>
              </a:ext>
            </a:extLst>
          </p:cNvPr>
          <p:cNvSpPr/>
          <p:nvPr/>
        </p:nvSpPr>
        <p:spPr>
          <a:xfrm>
            <a:off x="3969574" y="6262928"/>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09" name="Google Shape;109;p7">
            <a:extLst>
              <a:ext uri="{FF2B5EF4-FFF2-40B4-BE49-F238E27FC236}">
                <a16:creationId xmlns:a16="http://schemas.microsoft.com/office/drawing/2014/main" id="{31C7C673-230F-FD2D-A25A-D13A7C015157}"/>
              </a:ext>
            </a:extLst>
          </p:cNvPr>
          <p:cNvSpPr txBox="1"/>
          <p:nvPr/>
        </p:nvSpPr>
        <p:spPr>
          <a:xfrm>
            <a:off x="4059350" y="6698132"/>
            <a:ext cx="191287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DiGeorge syndrome (22q11.2)</a:t>
            </a:r>
          </a:p>
        </p:txBody>
      </p:sp>
      <p:sp>
        <p:nvSpPr>
          <p:cNvPr id="110" name="Google Shape;110;p7">
            <a:extLst>
              <a:ext uri="{FF2B5EF4-FFF2-40B4-BE49-F238E27FC236}">
                <a16:creationId xmlns:a16="http://schemas.microsoft.com/office/drawing/2014/main" id="{C759B0B3-FEA5-2685-A1F4-EACC35ADFD60}"/>
              </a:ext>
            </a:extLst>
          </p:cNvPr>
          <p:cNvSpPr/>
          <p:nvPr/>
        </p:nvSpPr>
        <p:spPr>
          <a:xfrm>
            <a:off x="3969574" y="6622834"/>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SC" panose="020B02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SC" panose="020B02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209668"/>
          </a:xfrm>
          <a:prstGeom prst="rect">
            <a:avLst/>
          </a:prstGeom>
          <a:noFill/>
          <a:ln>
            <a:noFill/>
          </a:ln>
        </p:spPr>
        <p:txBody>
          <a:bodyPr spcFirstLastPara="1" wrap="square" lIns="0" tIns="40000" rIns="0" bIns="0" anchor="t" anchorCtr="0">
            <a:spAutoFit/>
          </a:bodyPr>
          <a:lstStyle/>
          <a:p>
            <a:pPr marL="12700" lvl="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p:txBody>
      </p:sp>
      <p:sp>
        <p:nvSpPr>
          <p:cNvPr id="3" name="Google Shape;51;p7">
            <a:extLst>
              <a:ext uri="{FF2B5EF4-FFF2-40B4-BE49-F238E27FC236}">
                <a16:creationId xmlns:a16="http://schemas.microsoft.com/office/drawing/2014/main" id="{C7FA23E5-969B-D177-5628-7CF31EA7414B}"/>
              </a:ext>
            </a:extLst>
          </p:cNvPr>
          <p:cNvSpPr txBox="1"/>
          <p:nvPr/>
        </p:nvSpPr>
        <p:spPr>
          <a:xfrm>
            <a:off x="6187248" y="3814470"/>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2" name="Google Shape;122;p7">
            <a:extLst>
              <a:ext uri="{FF2B5EF4-FFF2-40B4-BE49-F238E27FC236}">
                <a16:creationId xmlns:a16="http://schemas.microsoft.com/office/drawing/2014/main" id="{B37F3756-CC4E-8D90-EF2C-FDDAA87D1A44}"/>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KR" panose="020B0500000000000000" pitchFamily="34" charset="-128"/>
                <a:cs typeface="Calibri" panose="020F0502020204030204" pitchFamily="34" charset="0"/>
                <a:sym typeface="Microsoft YaHei"/>
              </a:rPr>
              <a:t>&lt;&lt;Result_MDResult&gt;&gt;</a:t>
            </a:r>
          </a:p>
        </p:txBody>
      </p:sp>
      <p:sp>
        <p:nvSpPr>
          <p:cNvPr id="13" name="Google Shape;122;p7">
            <a:extLst>
              <a:ext uri="{FF2B5EF4-FFF2-40B4-BE49-F238E27FC236}">
                <a16:creationId xmlns:a16="http://schemas.microsoft.com/office/drawing/2014/main" id="{F76B881E-417E-9F11-F5D6-DE1200DBA504}"/>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4" name="Google Shape;54;p7">
            <a:extLst>
              <a:ext uri="{FF2B5EF4-FFF2-40B4-BE49-F238E27FC236}">
                <a16:creationId xmlns:a16="http://schemas.microsoft.com/office/drawing/2014/main" id="{7694FABE-BD05-866D-9444-5CB56A829165}"/>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5" name="Google Shape;57;p7">
            <a:extLst>
              <a:ext uri="{FF2B5EF4-FFF2-40B4-BE49-F238E27FC236}">
                <a16:creationId xmlns:a16="http://schemas.microsoft.com/office/drawing/2014/main" id="{3D49F16F-C925-FECC-C738-D643B6E23202}"/>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4" name="Google Shape;60;p7">
            <a:extLst>
              <a:ext uri="{FF2B5EF4-FFF2-40B4-BE49-F238E27FC236}">
                <a16:creationId xmlns:a16="http://schemas.microsoft.com/office/drawing/2014/main" id="{7BB51C03-BE0F-AF28-ABF7-D97D04BACF53}"/>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72;p7">
            <a:extLst>
              <a:ext uri="{FF2B5EF4-FFF2-40B4-BE49-F238E27FC236}">
                <a16:creationId xmlns:a16="http://schemas.microsoft.com/office/drawing/2014/main" id="{ACF417FD-B735-DEF8-3F63-59994E97A586}"/>
              </a:ext>
            </a:extLst>
          </p:cNvPr>
          <p:cNvSpPr txBox="1"/>
          <p:nvPr/>
        </p:nvSpPr>
        <p:spPr>
          <a:xfrm>
            <a:off x="2797745" y="526268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75;p7">
            <a:extLst>
              <a:ext uri="{FF2B5EF4-FFF2-40B4-BE49-F238E27FC236}">
                <a16:creationId xmlns:a16="http://schemas.microsoft.com/office/drawing/2014/main" id="{B681EC48-7FC2-5C74-63D5-63BA2DD590E8}"/>
              </a:ext>
            </a:extLst>
          </p:cNvPr>
          <p:cNvSpPr txBox="1"/>
          <p:nvPr/>
        </p:nvSpPr>
        <p:spPr>
          <a:xfrm>
            <a:off x="2797745" y="5622585"/>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7" name="Google Shape;78;p7">
            <a:extLst>
              <a:ext uri="{FF2B5EF4-FFF2-40B4-BE49-F238E27FC236}">
                <a16:creationId xmlns:a16="http://schemas.microsoft.com/office/drawing/2014/main" id="{58C568AF-C787-E5F2-4EC2-99E3F25514E4}"/>
              </a:ext>
            </a:extLst>
          </p:cNvPr>
          <p:cNvSpPr txBox="1"/>
          <p:nvPr/>
        </p:nvSpPr>
        <p:spPr>
          <a:xfrm>
            <a:off x="2797745" y="598249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8" name="Google Shape;81;p7">
            <a:extLst>
              <a:ext uri="{FF2B5EF4-FFF2-40B4-BE49-F238E27FC236}">
                <a16:creationId xmlns:a16="http://schemas.microsoft.com/office/drawing/2014/main" id="{CB65D290-0B85-14BC-1880-A12E525BBD1A}"/>
              </a:ext>
            </a:extLst>
          </p:cNvPr>
          <p:cNvSpPr txBox="1"/>
          <p:nvPr/>
        </p:nvSpPr>
        <p:spPr>
          <a:xfrm>
            <a:off x="2797745" y="634239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9" name="Google Shape;90;p7">
            <a:extLst>
              <a:ext uri="{FF2B5EF4-FFF2-40B4-BE49-F238E27FC236}">
                <a16:creationId xmlns:a16="http://schemas.microsoft.com/office/drawing/2014/main" id="{71DEBAC1-4BAC-91EE-9CB3-C737697A585C}"/>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&lt;&lt;MD1&gt;&gt;</a:t>
            </a:r>
          </a:p>
        </p:txBody>
      </p:sp>
      <p:sp>
        <p:nvSpPr>
          <p:cNvPr id="30" name="Google Shape;93;p7">
            <a:extLst>
              <a:ext uri="{FF2B5EF4-FFF2-40B4-BE49-F238E27FC236}">
                <a16:creationId xmlns:a16="http://schemas.microsoft.com/office/drawing/2014/main" id="{84600680-2E6F-2057-DF89-1B5682146188}"/>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&lt;&lt;MD2&gt;&gt;</a:t>
            </a:r>
          </a:p>
        </p:txBody>
      </p:sp>
      <p:sp>
        <p:nvSpPr>
          <p:cNvPr id="31" name="Google Shape;96;p7">
            <a:extLst>
              <a:ext uri="{FF2B5EF4-FFF2-40B4-BE49-F238E27FC236}">
                <a16:creationId xmlns:a16="http://schemas.microsoft.com/office/drawing/2014/main" id="{C89073A2-E74D-4330-FCFF-4CB8FF384DD1}"/>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&lt;&lt;MD3&gt;&gt;</a:t>
            </a:r>
          </a:p>
        </p:txBody>
      </p:sp>
      <p:sp>
        <p:nvSpPr>
          <p:cNvPr id="32" name="Google Shape;99;p7">
            <a:extLst>
              <a:ext uri="{FF2B5EF4-FFF2-40B4-BE49-F238E27FC236}">
                <a16:creationId xmlns:a16="http://schemas.microsoft.com/office/drawing/2014/main" id="{DDB7F797-6FD1-C63C-6DC1-7566AD68EEF2}"/>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Calibri" panose="020F0502020204030204" pitchFamily="34" charset="0"/>
                <a:ea typeface="Noto Sans KR" panose="020B0500000000000000" pitchFamily="34" charset="-128"/>
                <a:cs typeface="Calibri" panose="020F0502020204030204" pitchFamily="34" charset="0"/>
              </a:rPr>
              <a:t>&lt;&lt;MD4&gt;&gt;</a:t>
            </a:r>
          </a:p>
        </p:txBody>
      </p:sp>
      <p:sp>
        <p:nvSpPr>
          <p:cNvPr id="33" name="Google Shape;102;p7">
            <a:extLst>
              <a:ext uri="{FF2B5EF4-FFF2-40B4-BE49-F238E27FC236}">
                <a16:creationId xmlns:a16="http://schemas.microsoft.com/office/drawing/2014/main" id="{BCEFC8F3-2628-4041-72CF-ED30882AE8F3}"/>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&lt;&lt;MD5&gt;&gt;</a:t>
            </a:r>
          </a:p>
        </p:txBody>
      </p:sp>
      <p:sp>
        <p:nvSpPr>
          <p:cNvPr id="34" name="Google Shape;105;p7">
            <a:extLst>
              <a:ext uri="{FF2B5EF4-FFF2-40B4-BE49-F238E27FC236}">
                <a16:creationId xmlns:a16="http://schemas.microsoft.com/office/drawing/2014/main" id="{98044C4A-A037-A1EF-D1A5-5E631C6C4D0C}"/>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&lt;&lt;MD6&gt;&gt;</a:t>
            </a:r>
          </a:p>
        </p:txBody>
      </p:sp>
      <p:sp>
        <p:nvSpPr>
          <p:cNvPr id="35" name="Google Shape;108;p7">
            <a:extLst>
              <a:ext uri="{FF2B5EF4-FFF2-40B4-BE49-F238E27FC236}">
                <a16:creationId xmlns:a16="http://schemas.microsoft.com/office/drawing/2014/main" id="{F98FD6EE-8AEC-73E4-817E-EE7052BB37E2}"/>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&lt;&lt;MD7&gt;&gt;</a:t>
            </a:r>
          </a:p>
        </p:txBody>
      </p:sp>
      <p:sp>
        <p:nvSpPr>
          <p:cNvPr id="36" name="Google Shape;111;p7">
            <a:extLst>
              <a:ext uri="{FF2B5EF4-FFF2-40B4-BE49-F238E27FC236}">
                <a16:creationId xmlns:a16="http://schemas.microsoft.com/office/drawing/2014/main" id="{3C0F1753-71C0-CC30-4E3A-4DBD60EE3ECF}"/>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&lt;&lt;MD8&gt;&gt;</a:t>
            </a: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506B3F26-3AB2-8A4E-A473-D09C72E44877}"/>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291</TotalTime>
  <Words>943</Words>
  <Application>Microsoft Macintosh PowerPoint</Application>
  <PresentationFormat>Custom</PresentationFormat>
  <Paragraphs>127</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디자인 사용자 지정</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53</cp:revision>
  <dcterms:modified xsi:type="dcterms:W3CDTF">2025-10-28T14:17:59Z</dcterms:modified>
</cp:coreProperties>
</file>