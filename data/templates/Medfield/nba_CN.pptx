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596"/>
  </p:normalViewPr>
  <p:slideViewPr>
    <p:cSldViewPr snapToGrid="0">
      <p:cViewPr varScale="1">
        <p:scale>
          <a:sx n="155" d="100"/>
          <a:sy n="155" d="100"/>
        </p:scale>
        <p:origin x="4832" y="20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1" y="427405"/>
            <a:ext cx="1209643" cy="152586"/>
          </a:xfrm>
          <a:prstGeom prst="rect">
            <a:avLst/>
          </a:prstGeom>
          <a:noFill/>
          <a:ln>
            <a:noFill/>
          </a:ln>
        </p:spPr>
        <p:txBody>
          <a:bodyPr spcFirstLastPara="1" wrap="square" lIns="0" tIns="13950" rIns="0" bIns="0" anchor="t" anchorCtr="0">
            <a:spAutoFit/>
          </a:bodyPr>
          <a:lstStyle/>
          <a:p>
            <a:r>
              <a:rPr lang="en-US" sz="9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1333037400"/>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4" y="3831425"/>
            <a:ext cx="566416"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1"/>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9號染⾊體三倍體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16號染⾊體三倍體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1"/>
            <a:ext cx="14513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22號染⾊體三倍體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5434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性染色體XO</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3" name="Google Shape;73;p7"/>
          <p:cNvSpPr txBox="1"/>
          <p:nvPr/>
        </p:nvSpPr>
        <p:spPr>
          <a:xfrm>
            <a:off x="669848" y="6698132"/>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性染色體XXX</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三體X症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4" name="Google Shape;74;p7"/>
          <p:cNvSpPr/>
          <p:nvPr/>
        </p:nvSpPr>
        <p:spPr>
          <a:xfrm>
            <a:off x="580072" y="662283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6" name="Google Shape;76;p7"/>
          <p:cNvSpPr txBox="1"/>
          <p:nvPr/>
        </p:nvSpPr>
        <p:spPr>
          <a:xfrm>
            <a:off x="669848" y="7058025"/>
            <a:ext cx="169646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7" name="Google Shape;77;p7"/>
          <p:cNvSpPr/>
          <p:nvPr/>
        </p:nvSpPr>
        <p:spPr>
          <a:xfrm>
            <a:off x="580072" y="6982739"/>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9" name="Google Shape;79;p7"/>
          <p:cNvSpPr txBox="1"/>
          <p:nvPr/>
        </p:nvSpPr>
        <p:spPr>
          <a:xfrm>
            <a:off x="669848" y="7417930"/>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性染色體XYY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XYY綜合症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0" name="Google Shape;80;p7"/>
          <p:cNvSpPr/>
          <p:nvPr/>
        </p:nvSpPr>
        <p:spPr>
          <a:xfrm>
            <a:off x="580072" y="734264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2" name="Google Shape;82;p7"/>
          <p:cNvSpPr txBox="1"/>
          <p:nvPr/>
        </p:nvSpPr>
        <p:spPr>
          <a:xfrm>
            <a:off x="669848" y="7777835"/>
            <a:ext cx="108720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其他體染⾊體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3" name="Google Shape;83;p7"/>
          <p:cNvSpPr/>
          <p:nvPr/>
        </p:nvSpPr>
        <p:spPr>
          <a:xfrm>
            <a:off x="580072" y="7702537"/>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 name="Google Shape;54;p7">
            <a:extLst>
              <a:ext uri="{FF2B5EF4-FFF2-40B4-BE49-F238E27FC236}">
                <a16:creationId xmlns:a16="http://schemas.microsoft.com/office/drawing/2014/main" id="{167E0FF5-A7EB-8038-6CA1-7B26A1082DC1}"/>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57;p7">
            <a:extLst>
              <a:ext uri="{FF2B5EF4-FFF2-40B4-BE49-F238E27FC236}">
                <a16:creationId xmlns:a16="http://schemas.microsoft.com/office/drawing/2014/main" id="{E3A3FAF1-5BB9-9401-92B2-CA059C99A792}"/>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 name="Google Shape;60;p7">
            <a:extLst>
              <a:ext uri="{FF2B5EF4-FFF2-40B4-BE49-F238E27FC236}">
                <a16:creationId xmlns:a16="http://schemas.microsoft.com/office/drawing/2014/main" id="{FBAAE42E-857D-7A56-0A86-7CFFBA151E71}"/>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2" name="Google Shape;63;p7">
            <a:extLst>
              <a:ext uri="{FF2B5EF4-FFF2-40B4-BE49-F238E27FC236}">
                <a16:creationId xmlns:a16="http://schemas.microsoft.com/office/drawing/2014/main" id="{0714AAED-E7F1-8244-08BB-CFAAE3F22164}"/>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&lt;&lt;T9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3" name="Google Shape;66;p7">
            <a:extLst>
              <a:ext uri="{FF2B5EF4-FFF2-40B4-BE49-F238E27FC236}">
                <a16:creationId xmlns:a16="http://schemas.microsoft.com/office/drawing/2014/main" id="{9913E198-669A-7BBB-3054-F59887C1D1D3}"/>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&lt;&lt;T16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 name="Google Shape;69;p7">
            <a:extLst>
              <a:ext uri="{FF2B5EF4-FFF2-40B4-BE49-F238E27FC236}">
                <a16:creationId xmlns:a16="http://schemas.microsoft.com/office/drawing/2014/main" id="{17C2E8F9-3E2E-8702-2DCD-18D3CE2FD6F1}"/>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&lt;&lt;T22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5" name="Google Shape;72;p7">
            <a:extLst>
              <a:ext uri="{FF2B5EF4-FFF2-40B4-BE49-F238E27FC236}">
                <a16:creationId xmlns:a16="http://schemas.microsoft.com/office/drawing/2014/main" id="{FACC9FFE-A2A2-5E97-7D1C-EBB061703EC3}"/>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6" name="Google Shape;75;p7">
            <a:extLst>
              <a:ext uri="{FF2B5EF4-FFF2-40B4-BE49-F238E27FC236}">
                <a16:creationId xmlns:a16="http://schemas.microsoft.com/office/drawing/2014/main" id="{69453077-5B51-923C-4B19-BAB3FFF573E4}"/>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7" name="Google Shape;78;p7">
            <a:extLst>
              <a:ext uri="{FF2B5EF4-FFF2-40B4-BE49-F238E27FC236}">
                <a16:creationId xmlns:a16="http://schemas.microsoft.com/office/drawing/2014/main" id="{555863E6-E536-49E4-AD85-09EBC4F74898}"/>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8" name="Google Shape;81;p7">
            <a:extLst>
              <a:ext uri="{FF2B5EF4-FFF2-40B4-BE49-F238E27FC236}">
                <a16:creationId xmlns:a16="http://schemas.microsoft.com/office/drawing/2014/main" id="{F791F9AF-458E-EF3E-B216-D64407BA01C8}"/>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9" name="Google Shape;84;p7">
            <a:extLst>
              <a:ext uri="{FF2B5EF4-FFF2-40B4-BE49-F238E27FC236}">
                <a16:creationId xmlns:a16="http://schemas.microsoft.com/office/drawing/2014/main" id="{4397C7FE-C9DE-7867-0246-836DA5C47FEC}"/>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&lt;&lt;Other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graphicFrame>
        <p:nvGraphicFramePr>
          <p:cNvPr id="2" name="Table 1">
            <a:extLst>
              <a:ext uri="{FF2B5EF4-FFF2-40B4-BE49-F238E27FC236}">
                <a16:creationId xmlns:a16="http://schemas.microsoft.com/office/drawing/2014/main" id="{1205CB13-DC63-89D1-362B-0A4C0E002D5C}"/>
              </a:ext>
            </a:extLst>
          </p:cNvPr>
          <p:cNvGraphicFramePr>
            <a:graphicFrameLocks noGrp="1"/>
          </p:cNvGraphicFramePr>
          <p:nvPr>
            <p:extLst>
              <p:ext uri="{D42A27DB-BD31-4B8C-83A1-F6EECF244321}">
                <p14:modId xmlns:p14="http://schemas.microsoft.com/office/powerpoint/2010/main" val="1590323643"/>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3" name="圖片 1">
            <a:extLst>
              <a:ext uri="{FF2B5EF4-FFF2-40B4-BE49-F238E27FC236}">
                <a16:creationId xmlns:a16="http://schemas.microsoft.com/office/drawing/2014/main" id="{24B39049-3F33-AE1D-B729-070FC4839268}"/>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4" name="Picture 3" descr="A black and white logo&#10;&#10;AI-generated content may be incorrect.">
            <a:extLst>
              <a:ext uri="{FF2B5EF4-FFF2-40B4-BE49-F238E27FC236}">
                <a16:creationId xmlns:a16="http://schemas.microsoft.com/office/drawing/2014/main" id="{86448687-ED4B-55AD-1BE6-4FD52EE0FDD1}"/>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微小片段缺失疾病&lt;</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0B189733-A08C-5F80-747C-CBC80D19C7C3}"/>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TotalTime>
  <Words>437</Words>
  <Application>Microsoft Macintosh PowerPoint</Application>
  <PresentationFormat>Custom</PresentationFormat>
  <Paragraphs>74</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64</cp:revision>
  <dcterms:modified xsi:type="dcterms:W3CDTF">2025-10-29T13:44:09Z</dcterms:modified>
</cp:coreProperties>
</file>