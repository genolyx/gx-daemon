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42"/>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6838345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60892"/>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4148652120"/>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209668"/>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3986BFD9-A6EE-7CB9-6095-7BB74027A1B9}"/>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F812C84A-2AE1-A207-B758-9EA6390CCCEA}"/>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DA533653-3A69-A8D7-7F06-3E07D0656DD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4;p7">
            <a:extLst>
              <a:ext uri="{FF2B5EF4-FFF2-40B4-BE49-F238E27FC236}">
                <a16:creationId xmlns:a16="http://schemas.microsoft.com/office/drawing/2014/main" id="{8F237118-FCA8-6DA5-5643-FADB224A2F0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6" name="Google Shape;57;p7">
            <a:extLst>
              <a:ext uri="{FF2B5EF4-FFF2-40B4-BE49-F238E27FC236}">
                <a16:creationId xmlns:a16="http://schemas.microsoft.com/office/drawing/2014/main" id="{6B687AED-2B07-2D33-8FB8-C9B4F49E291E}"/>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7" name="Google Shape;60;p7">
            <a:extLst>
              <a:ext uri="{FF2B5EF4-FFF2-40B4-BE49-F238E27FC236}">
                <a16:creationId xmlns:a16="http://schemas.microsoft.com/office/drawing/2014/main" id="{8EEA8423-D551-1211-37A3-AA612449FF3A}"/>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8" name="Google Shape;63;p7">
            <a:extLst>
              <a:ext uri="{FF2B5EF4-FFF2-40B4-BE49-F238E27FC236}">
                <a16:creationId xmlns:a16="http://schemas.microsoft.com/office/drawing/2014/main" id="{BE5A91A3-1502-1EBC-87C7-4BE49634F7B9}"/>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9" name="Google Shape;66;p7">
            <a:extLst>
              <a:ext uri="{FF2B5EF4-FFF2-40B4-BE49-F238E27FC236}">
                <a16:creationId xmlns:a16="http://schemas.microsoft.com/office/drawing/2014/main" id="{5CE86067-6FF9-A94D-5EF1-94799082F145}"/>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0" name="Google Shape;69;p7">
            <a:extLst>
              <a:ext uri="{FF2B5EF4-FFF2-40B4-BE49-F238E27FC236}">
                <a16:creationId xmlns:a16="http://schemas.microsoft.com/office/drawing/2014/main" id="{7E99A99D-EFAA-558B-60CC-1510C5BB0E64}"/>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1" name="Google Shape;72;p7">
            <a:extLst>
              <a:ext uri="{FF2B5EF4-FFF2-40B4-BE49-F238E27FC236}">
                <a16:creationId xmlns:a16="http://schemas.microsoft.com/office/drawing/2014/main" id="{D8C38E3A-F8CB-5906-D438-2FCD0E627439}"/>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2" name="Google Shape;75;p7">
            <a:extLst>
              <a:ext uri="{FF2B5EF4-FFF2-40B4-BE49-F238E27FC236}">
                <a16:creationId xmlns:a16="http://schemas.microsoft.com/office/drawing/2014/main" id="{FBD1EDAA-9152-F2BA-4474-CD3C7B6BC099}"/>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3" name="Google Shape;78;p7">
            <a:extLst>
              <a:ext uri="{FF2B5EF4-FFF2-40B4-BE49-F238E27FC236}">
                <a16:creationId xmlns:a16="http://schemas.microsoft.com/office/drawing/2014/main" id="{9049D9EE-63C1-F850-9211-34326332F2E1}"/>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4" name="Google Shape;81;p7">
            <a:extLst>
              <a:ext uri="{FF2B5EF4-FFF2-40B4-BE49-F238E27FC236}">
                <a16:creationId xmlns:a16="http://schemas.microsoft.com/office/drawing/2014/main" id="{DEFBE47A-0078-D0F4-10B3-18F227B1AF6D}"/>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8" name="Google Shape;84;p7">
            <a:extLst>
              <a:ext uri="{FF2B5EF4-FFF2-40B4-BE49-F238E27FC236}">
                <a16:creationId xmlns:a16="http://schemas.microsoft.com/office/drawing/2014/main" id="{A55112BC-9083-DDAD-4AE1-3AE2E30E634F}"/>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282</TotalTime>
  <Words>918</Words>
  <Application>Microsoft Macintosh PowerPoint</Application>
  <PresentationFormat>Custom</PresentationFormat>
  <Paragraphs>117</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1_디자인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55</cp:revision>
  <dcterms:modified xsi:type="dcterms:W3CDTF">2025-10-28T14:20:49Z</dcterms:modified>
</cp:coreProperties>
</file>