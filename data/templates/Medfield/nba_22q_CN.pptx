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4637"/>
  </p:normalViewPr>
  <p:slideViewPr>
    <p:cSldViewPr snapToGrid="0">
      <p:cViewPr>
        <p:scale>
          <a:sx n="186" d="100"/>
          <a:sy n="186" d="100"/>
        </p:scale>
        <p:origin x="1648" y="-341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37197"/>
          </a:xfrm>
          <a:prstGeom prst="rect">
            <a:avLst/>
          </a:prstGeom>
          <a:noFill/>
          <a:ln>
            <a:noFill/>
          </a:ln>
        </p:spPr>
        <p:txBody>
          <a:bodyPr spcFirstLastPara="1" wrap="square" lIns="0" tIns="13950" rIns="0" bIns="0" anchor="t" anchorCtr="0">
            <a:spAutoFit/>
          </a:bodyPr>
          <a:lstStyle/>
          <a:p>
            <a:r>
              <a:rPr lang="en-US" sz="8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1333037400"/>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6"/>
            <a:ext cx="454052"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三體X症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其他體染⾊體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6" name="Google Shape;86;p7"/>
          <p:cNvSpPr txBox="1"/>
          <p:nvPr/>
        </p:nvSpPr>
        <p:spPr>
          <a:xfrm>
            <a:off x="3956875" y="3831425"/>
            <a:ext cx="897758"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8" name="Google Shape;88;p7"/>
          <p:cNvSpPr txBox="1"/>
          <p:nvPr/>
        </p:nvSpPr>
        <p:spPr>
          <a:xfrm>
            <a:off x="4059350" y="4178808"/>
            <a:ext cx="1379703"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迪喬治症候群</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3" name="Google Shape;113;p7"/>
          <p:cNvSpPr/>
          <p:nvPr/>
        </p:nvSpPr>
        <p:spPr>
          <a:xfrm>
            <a:off x="3969575" y="6982739"/>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7" y="3832399"/>
            <a:ext cx="454052" cy="1887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54;p7">
            <a:extLst>
              <a:ext uri="{FF2B5EF4-FFF2-40B4-BE49-F238E27FC236}">
                <a16:creationId xmlns:a16="http://schemas.microsoft.com/office/drawing/2014/main" id="{E401834C-0E72-2690-34B7-E3D46604B37A}"/>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6ECD43CE-361A-20F5-BE19-D2A5C39CB88E}"/>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A25AFF80-7A8D-9F62-64B4-A4931F9A2BEC}"/>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63;p7">
            <a:extLst>
              <a:ext uri="{FF2B5EF4-FFF2-40B4-BE49-F238E27FC236}">
                <a16:creationId xmlns:a16="http://schemas.microsoft.com/office/drawing/2014/main" id="{7C61B3A1-78AF-1EDD-DF45-5313B87AE04E}"/>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66;p7">
            <a:extLst>
              <a:ext uri="{FF2B5EF4-FFF2-40B4-BE49-F238E27FC236}">
                <a16:creationId xmlns:a16="http://schemas.microsoft.com/office/drawing/2014/main" id="{8FBC1754-AAB2-18C8-BAD6-2782E77379F3}"/>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69;p7">
            <a:extLst>
              <a:ext uri="{FF2B5EF4-FFF2-40B4-BE49-F238E27FC236}">
                <a16:creationId xmlns:a16="http://schemas.microsoft.com/office/drawing/2014/main" id="{DDCC91C0-FB26-5E8F-7B1C-0C548BAB4DC3}"/>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72;p7">
            <a:extLst>
              <a:ext uri="{FF2B5EF4-FFF2-40B4-BE49-F238E27FC236}">
                <a16:creationId xmlns:a16="http://schemas.microsoft.com/office/drawing/2014/main" id="{47D3DE2D-0428-6981-1B56-94BE596F5BB1}"/>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75;p7">
            <a:extLst>
              <a:ext uri="{FF2B5EF4-FFF2-40B4-BE49-F238E27FC236}">
                <a16:creationId xmlns:a16="http://schemas.microsoft.com/office/drawing/2014/main" id="{69D2CEF9-A33C-4294-5458-991510AA3300}"/>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78;p7">
            <a:extLst>
              <a:ext uri="{FF2B5EF4-FFF2-40B4-BE49-F238E27FC236}">
                <a16:creationId xmlns:a16="http://schemas.microsoft.com/office/drawing/2014/main" id="{DE8760CE-7E98-43ED-C8D0-3FA9738B4B97}"/>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81;p7">
            <a:extLst>
              <a:ext uri="{FF2B5EF4-FFF2-40B4-BE49-F238E27FC236}">
                <a16:creationId xmlns:a16="http://schemas.microsoft.com/office/drawing/2014/main" id="{6C7663F8-651A-5009-33C0-C20D4AA2FD1B}"/>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84;p7">
            <a:extLst>
              <a:ext uri="{FF2B5EF4-FFF2-40B4-BE49-F238E27FC236}">
                <a16:creationId xmlns:a16="http://schemas.microsoft.com/office/drawing/2014/main" id="{6C2BCEA9-55F8-1F50-41FA-82EC8A9DEA1D}"/>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90;p7">
            <a:extLst>
              <a:ext uri="{FF2B5EF4-FFF2-40B4-BE49-F238E27FC236}">
                <a16:creationId xmlns:a16="http://schemas.microsoft.com/office/drawing/2014/main" id="{326F3FEC-EC81-8EBB-2D15-68084C0CFFB1}"/>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graphicFrame>
        <p:nvGraphicFramePr>
          <p:cNvPr id="23" name="Table 22">
            <a:extLst>
              <a:ext uri="{FF2B5EF4-FFF2-40B4-BE49-F238E27FC236}">
                <a16:creationId xmlns:a16="http://schemas.microsoft.com/office/drawing/2014/main" id="{052352FC-3F94-CBD7-750C-867780041A0A}"/>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25" name="圖片 1">
            <a:extLst>
              <a:ext uri="{FF2B5EF4-FFF2-40B4-BE49-F238E27FC236}">
                <a16:creationId xmlns:a16="http://schemas.microsoft.com/office/drawing/2014/main" id="{2F1C029C-823B-4E26-57A2-56A518C51A8C}"/>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26" name="Picture 25" descr="A black and white logo&#10;&#10;AI-generated content may be incorrect.">
            <a:extLst>
              <a:ext uri="{FF2B5EF4-FFF2-40B4-BE49-F238E27FC236}">
                <a16:creationId xmlns:a16="http://schemas.microsoft.com/office/drawing/2014/main" id="{C52675F2-73BA-474C-8D24-42F0C2F3AB49}"/>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進行大規模平行測序和測序結果進行分析以確定</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865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0F6C9B36-8104-23DF-4631-A85A28ED2E83}"/>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448</Words>
  <Application>Microsoft Macintosh PowerPoint</Application>
  <PresentationFormat>Custom</PresentationFormat>
  <Paragraphs>78</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smartin</cp:lastModifiedBy>
  <cp:revision>71</cp:revision>
  <dcterms:modified xsi:type="dcterms:W3CDTF">2026-06-05T05:41:23Z</dcterms:modified>
</cp:coreProperties>
</file>