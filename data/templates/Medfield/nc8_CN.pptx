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597"/>
  </p:normalViewPr>
  <p:slideViewPr>
    <p:cSldViewPr snapToGrid="0">
      <p:cViewPr varScale="1">
        <p:scale>
          <a:sx n="147" d="100"/>
          <a:sy n="147" d="100"/>
        </p:scale>
        <p:origin x="4976" y="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33256"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83486140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0"/>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XO(</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2"/>
            <a:ext cx="1778384"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64444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XYY(XYY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綜合症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4" y="3831425"/>
            <a:ext cx="67608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1" y="4178808"/>
            <a:ext cx="115588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1p36</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1" name="Google Shape;91;p7"/>
          <p:cNvSpPr txBox="1"/>
          <p:nvPr/>
        </p:nvSpPr>
        <p:spPr>
          <a:xfrm>
            <a:off x="4059351" y="4538713"/>
            <a:ext cx="1278024"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4" name="Google Shape;94;p7"/>
          <p:cNvSpPr txBox="1"/>
          <p:nvPr/>
        </p:nvSpPr>
        <p:spPr>
          <a:xfrm>
            <a:off x="4059350" y="4898618"/>
            <a:ext cx="1379703"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猫哭症候群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威廉⽒症候群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6" name="Google Shape;106;p7"/>
          <p:cNvSpPr txBox="1"/>
          <p:nvPr/>
        </p:nvSpPr>
        <p:spPr>
          <a:xfrm>
            <a:off x="4059351" y="6338227"/>
            <a:ext cx="183875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天使</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6" y="3832399"/>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1198906-A323-749A-1FA2-92EDEFCB2D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4340CCB7-D9C3-7833-C704-0126F139A4F9}"/>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A31ADF5-F5AC-E68B-8A10-3EFCEED08B20}"/>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72;p7">
            <a:extLst>
              <a:ext uri="{FF2B5EF4-FFF2-40B4-BE49-F238E27FC236}">
                <a16:creationId xmlns:a16="http://schemas.microsoft.com/office/drawing/2014/main" id="{0C2CD6B9-2246-89F3-EBBE-249EC373A142}"/>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75;p7">
            <a:extLst>
              <a:ext uri="{FF2B5EF4-FFF2-40B4-BE49-F238E27FC236}">
                <a16:creationId xmlns:a16="http://schemas.microsoft.com/office/drawing/2014/main" id="{F7F7529C-6701-72C9-47C5-76329978B660}"/>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78;p7">
            <a:extLst>
              <a:ext uri="{FF2B5EF4-FFF2-40B4-BE49-F238E27FC236}">
                <a16:creationId xmlns:a16="http://schemas.microsoft.com/office/drawing/2014/main" id="{F9BC1F2A-313D-8E13-2814-28D3A72D5B77}"/>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81;p7">
            <a:extLst>
              <a:ext uri="{FF2B5EF4-FFF2-40B4-BE49-F238E27FC236}">
                <a16:creationId xmlns:a16="http://schemas.microsoft.com/office/drawing/2014/main" id="{5459146C-6B04-5016-0C12-C59699ED5C39}"/>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90;p7">
            <a:extLst>
              <a:ext uri="{FF2B5EF4-FFF2-40B4-BE49-F238E27FC236}">
                <a16:creationId xmlns:a16="http://schemas.microsoft.com/office/drawing/2014/main" id="{EAE289CB-32CE-52D2-06CA-DDFB089E282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1" name="Google Shape;93;p7">
            <a:extLst>
              <a:ext uri="{FF2B5EF4-FFF2-40B4-BE49-F238E27FC236}">
                <a16:creationId xmlns:a16="http://schemas.microsoft.com/office/drawing/2014/main" id="{5448A10B-F7C1-8472-F863-8FA841483F4B}"/>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2" name="Google Shape;96;p7">
            <a:extLst>
              <a:ext uri="{FF2B5EF4-FFF2-40B4-BE49-F238E27FC236}">
                <a16:creationId xmlns:a16="http://schemas.microsoft.com/office/drawing/2014/main" id="{27E3315C-41DE-9248-7830-D73AFE9EFE28}"/>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3" name="Google Shape;99;p7">
            <a:extLst>
              <a:ext uri="{FF2B5EF4-FFF2-40B4-BE49-F238E27FC236}">
                <a16:creationId xmlns:a16="http://schemas.microsoft.com/office/drawing/2014/main" id="{29D5131C-B9A7-0A28-5024-3A3D78E14E82}"/>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4" name="Google Shape;102;p7">
            <a:extLst>
              <a:ext uri="{FF2B5EF4-FFF2-40B4-BE49-F238E27FC236}">
                <a16:creationId xmlns:a16="http://schemas.microsoft.com/office/drawing/2014/main" id="{AA67EDF1-EACE-2F14-E66C-D30CBA9D28B7}"/>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5" name="Google Shape;105;p7">
            <a:extLst>
              <a:ext uri="{FF2B5EF4-FFF2-40B4-BE49-F238E27FC236}">
                <a16:creationId xmlns:a16="http://schemas.microsoft.com/office/drawing/2014/main" id="{764E6466-1AC7-8903-5488-06B12A91B2EF}"/>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16" name="Google Shape;108;p7">
            <a:extLst>
              <a:ext uri="{FF2B5EF4-FFF2-40B4-BE49-F238E27FC236}">
                <a16:creationId xmlns:a16="http://schemas.microsoft.com/office/drawing/2014/main" id="{5AB0C0E1-C273-3FD9-76D0-848E185BA4F1}"/>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17" name="Google Shape;111;p7">
            <a:extLst>
              <a:ext uri="{FF2B5EF4-FFF2-40B4-BE49-F238E27FC236}">
                <a16:creationId xmlns:a16="http://schemas.microsoft.com/office/drawing/2014/main" id="{6A5B924E-531F-1F50-4DFB-4B1A208F6F27}"/>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graphicFrame>
        <p:nvGraphicFramePr>
          <p:cNvPr id="18" name="Table 17">
            <a:extLst>
              <a:ext uri="{FF2B5EF4-FFF2-40B4-BE49-F238E27FC236}">
                <a16:creationId xmlns:a16="http://schemas.microsoft.com/office/drawing/2014/main" id="{BAB97C27-7222-03FF-8A68-FF7071E5209D}"/>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19" name="圖片 1">
            <a:extLst>
              <a:ext uri="{FF2B5EF4-FFF2-40B4-BE49-F238E27FC236}">
                <a16:creationId xmlns:a16="http://schemas.microsoft.com/office/drawing/2014/main" id="{7524FDD2-B1E8-05CE-C596-D58047590E71}"/>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20" name="Picture 19" descr="A black and white logo&#10;&#10;AI-generated content may be incorrect.">
            <a:extLst>
              <a:ext uri="{FF2B5EF4-FFF2-40B4-BE49-F238E27FC236}">
                <a16:creationId xmlns:a16="http://schemas.microsoft.com/office/drawing/2014/main" id="{4EF761A9-8EAA-41ED-BE5A-15D3B2F74868}"/>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41C9BEAB-0C0B-43C1-8BF1-E4101059A191}"/>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477</Words>
  <Application>Microsoft Macintosh PowerPoint</Application>
  <PresentationFormat>Custom</PresentationFormat>
  <Paragraphs>84</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66</cp:revision>
  <dcterms:modified xsi:type="dcterms:W3CDTF">2025-10-29T13:44:15Z</dcterms:modified>
</cp:coreProperties>
</file>