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0"/>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131933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314292"/>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592046539"/>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145862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151241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122;p7">
            <a:extLst>
              <a:ext uri="{FF2B5EF4-FFF2-40B4-BE49-F238E27FC236}">
                <a16:creationId xmlns:a16="http://schemas.microsoft.com/office/drawing/2014/main" id="{668BBDAD-7E5D-015B-1C4C-FA3063291BA6}"/>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 name="Google Shape;54;p7">
            <a:extLst>
              <a:ext uri="{FF2B5EF4-FFF2-40B4-BE49-F238E27FC236}">
                <a16:creationId xmlns:a16="http://schemas.microsoft.com/office/drawing/2014/main" id="{C0B6B295-7AFD-4EFF-C1A0-8C5B6D0E4842}"/>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3" name="Google Shape;57;p7">
            <a:extLst>
              <a:ext uri="{FF2B5EF4-FFF2-40B4-BE49-F238E27FC236}">
                <a16:creationId xmlns:a16="http://schemas.microsoft.com/office/drawing/2014/main" id="{79380F38-7277-FB4F-0839-3D912DC9ACF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4" name="Google Shape;60;p7">
            <a:extLst>
              <a:ext uri="{FF2B5EF4-FFF2-40B4-BE49-F238E27FC236}">
                <a16:creationId xmlns:a16="http://schemas.microsoft.com/office/drawing/2014/main" id="{5B6BDDB2-7E14-225D-A92E-8402CA49C39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5" name="Google Shape;72;p7">
            <a:extLst>
              <a:ext uri="{FF2B5EF4-FFF2-40B4-BE49-F238E27FC236}">
                <a16:creationId xmlns:a16="http://schemas.microsoft.com/office/drawing/2014/main" id="{272EB805-90BB-BED8-E814-798F465653BA}"/>
              </a:ext>
            </a:extLst>
          </p:cNvPr>
          <p:cNvSpPr txBox="1"/>
          <p:nvPr/>
        </p:nvSpPr>
        <p:spPr>
          <a:xfrm>
            <a:off x="2797745" y="525570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6" name="Google Shape;75;p7">
            <a:extLst>
              <a:ext uri="{FF2B5EF4-FFF2-40B4-BE49-F238E27FC236}">
                <a16:creationId xmlns:a16="http://schemas.microsoft.com/office/drawing/2014/main" id="{79BD2E8E-3C71-47BB-3509-BA89FBEA85A4}"/>
              </a:ext>
            </a:extLst>
          </p:cNvPr>
          <p:cNvSpPr txBox="1"/>
          <p:nvPr/>
        </p:nvSpPr>
        <p:spPr>
          <a:xfrm>
            <a:off x="2797745" y="561561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7" name="Google Shape;78;p7">
            <a:extLst>
              <a:ext uri="{FF2B5EF4-FFF2-40B4-BE49-F238E27FC236}">
                <a16:creationId xmlns:a16="http://schemas.microsoft.com/office/drawing/2014/main" id="{1A270767-A8C5-8BFB-59DB-5CF62A9FC333}"/>
              </a:ext>
            </a:extLst>
          </p:cNvPr>
          <p:cNvSpPr txBox="1"/>
          <p:nvPr/>
        </p:nvSpPr>
        <p:spPr>
          <a:xfrm>
            <a:off x="2797745" y="597551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8" name="Google Shape;81;p7">
            <a:extLst>
              <a:ext uri="{FF2B5EF4-FFF2-40B4-BE49-F238E27FC236}">
                <a16:creationId xmlns:a16="http://schemas.microsoft.com/office/drawing/2014/main" id="{62867CF9-6739-C10A-028B-D8F25268D6F7}"/>
              </a:ext>
            </a:extLst>
          </p:cNvPr>
          <p:cNvSpPr txBox="1"/>
          <p:nvPr/>
        </p:nvSpPr>
        <p:spPr>
          <a:xfrm>
            <a:off x="2797745" y="633542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5" name="Google Shape;117;p7">
            <a:extLst>
              <a:ext uri="{FF2B5EF4-FFF2-40B4-BE49-F238E27FC236}">
                <a16:creationId xmlns:a16="http://schemas.microsoft.com/office/drawing/2014/main" id="{8285C8FE-8B0D-4E7F-AACA-4A80D906BAD7}"/>
              </a:ext>
            </a:extLst>
          </p:cNvPr>
          <p:cNvSpPr txBox="1"/>
          <p:nvPr/>
        </p:nvSpPr>
        <p:spPr>
          <a:xfrm>
            <a:off x="580072" y="8179439"/>
            <a:ext cx="6388175" cy="332778"/>
          </a:xfrm>
          <a:prstGeom prst="rect">
            <a:avLst/>
          </a:prstGeom>
          <a:noFill/>
          <a:ln>
            <a:noFill/>
          </a:ln>
        </p:spPr>
        <p:txBody>
          <a:bodyPr spcFirstLastPara="1" wrap="square" lIns="0" tIns="40000" rIns="0" bIns="0" anchor="t" anchorCtr="0">
            <a:spAutoFit/>
          </a:bodyPr>
          <a:lstStyle/>
          <a:p>
            <a:pPr marL="1270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382</TotalTime>
  <Words>892</Words>
  <Application>Microsoft Macintosh PowerPoint</Application>
  <PresentationFormat>Custom</PresentationFormat>
  <Paragraphs>109</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59</cp:revision>
  <dcterms:modified xsi:type="dcterms:W3CDTF">2025-10-28T14:17:24Z</dcterms:modified>
</cp:coreProperties>
</file>