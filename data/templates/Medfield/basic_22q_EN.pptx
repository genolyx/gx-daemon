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64"/>
    <p:restoredTop sz="94632"/>
  </p:normalViewPr>
  <p:slideViewPr>
    <p:cSldViewPr snapToGrid="0">
      <p:cViewPr varScale="1">
        <p:scale>
          <a:sx n="181" d="100"/>
          <a:sy n="181" d="100"/>
        </p:scale>
        <p:origin x="4072" y="19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3963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175115"/>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663178372"/>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lgn="ctr">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&lt;&lt;Sample Number&gt;&gt;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145862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151241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0966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 name="Google Shape;122;p7">
            <a:extLst>
              <a:ext uri="{FF2B5EF4-FFF2-40B4-BE49-F238E27FC236}">
                <a16:creationId xmlns:a16="http://schemas.microsoft.com/office/drawing/2014/main" id="{B37F3756-CC4E-8D90-EF2C-FDDAA87D1A44}"/>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13" name="Google Shape;122;p7">
            <a:extLst>
              <a:ext uri="{FF2B5EF4-FFF2-40B4-BE49-F238E27FC236}">
                <a16:creationId xmlns:a16="http://schemas.microsoft.com/office/drawing/2014/main" id="{F76B881E-417E-9F11-F5D6-DE1200DBA50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4" name="Google Shape;54;p7">
            <a:extLst>
              <a:ext uri="{FF2B5EF4-FFF2-40B4-BE49-F238E27FC236}">
                <a16:creationId xmlns:a16="http://schemas.microsoft.com/office/drawing/2014/main" id="{7694FABE-BD05-866D-9444-5CB56A8291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5" name="Google Shape;57;p7">
            <a:extLst>
              <a:ext uri="{FF2B5EF4-FFF2-40B4-BE49-F238E27FC236}">
                <a16:creationId xmlns:a16="http://schemas.microsoft.com/office/drawing/2014/main" id="{3D49F16F-C925-FECC-C738-D643B6E2320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4" name="Google Shape;60;p7">
            <a:extLst>
              <a:ext uri="{FF2B5EF4-FFF2-40B4-BE49-F238E27FC236}">
                <a16:creationId xmlns:a16="http://schemas.microsoft.com/office/drawing/2014/main" id="{7BB51C03-BE0F-AF28-ABF7-D97D04BACF53}"/>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72;p7">
            <a:extLst>
              <a:ext uri="{FF2B5EF4-FFF2-40B4-BE49-F238E27FC236}">
                <a16:creationId xmlns:a16="http://schemas.microsoft.com/office/drawing/2014/main" id="{ACF417FD-B735-DEF8-3F63-59994E97A586}"/>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75;p7">
            <a:extLst>
              <a:ext uri="{FF2B5EF4-FFF2-40B4-BE49-F238E27FC236}">
                <a16:creationId xmlns:a16="http://schemas.microsoft.com/office/drawing/2014/main" id="{B681EC48-7FC2-5C74-63D5-63BA2DD590E8}"/>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7" name="Google Shape;78;p7">
            <a:extLst>
              <a:ext uri="{FF2B5EF4-FFF2-40B4-BE49-F238E27FC236}">
                <a16:creationId xmlns:a16="http://schemas.microsoft.com/office/drawing/2014/main" id="{58C568AF-C787-E5F2-4EC2-99E3F25514E4}"/>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8" name="Google Shape;81;p7">
            <a:extLst>
              <a:ext uri="{FF2B5EF4-FFF2-40B4-BE49-F238E27FC236}">
                <a16:creationId xmlns:a16="http://schemas.microsoft.com/office/drawing/2014/main" id="{CB65D290-0B85-14BC-1880-A12E525BBD1A}"/>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9" name="Google Shape;90;p7">
            <a:extLst>
              <a:ext uri="{FF2B5EF4-FFF2-40B4-BE49-F238E27FC236}">
                <a16:creationId xmlns:a16="http://schemas.microsoft.com/office/drawing/2014/main" id="{71DEBAC1-4BAC-91EE-9CB3-C737697A585C}"/>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292</TotalTime>
  <Words>902</Words>
  <Application>Microsoft Macintosh PowerPoint</Application>
  <PresentationFormat>Custom</PresentationFormat>
  <Paragraphs>113</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54</cp:revision>
  <dcterms:modified xsi:type="dcterms:W3CDTF">2026-02-02T14:03:20Z</dcterms:modified>
</cp:coreProperties>
</file>