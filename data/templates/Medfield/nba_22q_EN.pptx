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4795"/>
  </p:normalViewPr>
  <p:slideViewPr>
    <p:cSldViewPr snapToGrid="0">
      <p:cViewPr>
        <p:scale>
          <a:sx n="159" d="100"/>
          <a:sy n="159" d="100"/>
        </p:scale>
        <p:origin x="2272" y="14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3971437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778513"/>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37197"/>
          </a:xfrm>
          <a:prstGeom prst="rect">
            <a:avLst/>
          </a:prstGeom>
          <a:noFill/>
          <a:ln>
            <a:noFill/>
          </a:ln>
        </p:spPr>
        <p:txBody>
          <a:bodyPr spcFirstLastPara="1" wrap="square" lIns="0" tIns="13950" rIns="0" bIns="0" anchor="t" anchorCtr="0">
            <a:spAutoFit/>
          </a:bodyPr>
          <a:lstStyle/>
          <a:p>
            <a:r>
              <a:rPr lang="en-US" sz="8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KR" panose="020B05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88902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9</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16</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22</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3" name="Google Shape;73;p7">
            <a:extLst>
              <a:ext uri="{FF2B5EF4-FFF2-40B4-BE49-F238E27FC236}">
                <a16:creationId xmlns:a16="http://schemas.microsoft.com/office/drawing/2014/main" id="{93076459-FF99-E0CB-80B5-D5AD2799FB9A}"/>
              </a:ext>
            </a:extLst>
          </p:cNvPr>
          <p:cNvSpPr txBox="1"/>
          <p:nvPr/>
        </p:nvSpPr>
        <p:spPr>
          <a:xfrm>
            <a:off x="669848" y="6698132"/>
            <a:ext cx="124548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4" name="Google Shape;74;p7">
            <a:extLst>
              <a:ext uri="{FF2B5EF4-FFF2-40B4-BE49-F238E27FC236}">
                <a16:creationId xmlns:a16="http://schemas.microsoft.com/office/drawing/2014/main" id="{392E029C-16BF-9909-E1A8-E23ABABC8A10}"/>
              </a:ext>
            </a:extLst>
          </p:cNvPr>
          <p:cNvSpPr/>
          <p:nvPr/>
        </p:nvSpPr>
        <p:spPr>
          <a:xfrm>
            <a:off x="580071" y="662283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6" name="Google Shape;76;p7">
            <a:extLst>
              <a:ext uri="{FF2B5EF4-FFF2-40B4-BE49-F238E27FC236}">
                <a16:creationId xmlns:a16="http://schemas.microsoft.com/office/drawing/2014/main" id="{2BE5A423-E13E-C4A9-5659-60A60FB3B219}"/>
              </a:ext>
            </a:extLst>
          </p:cNvPr>
          <p:cNvSpPr txBox="1"/>
          <p:nvPr/>
        </p:nvSpPr>
        <p:spPr>
          <a:xfrm>
            <a:off x="669848" y="7058025"/>
            <a:ext cx="1765395"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7" name="Google Shape;77;p7">
            <a:extLst>
              <a:ext uri="{FF2B5EF4-FFF2-40B4-BE49-F238E27FC236}">
                <a16:creationId xmlns:a16="http://schemas.microsoft.com/office/drawing/2014/main" id="{72D64BD3-171E-9150-238D-694A71E9D86C}"/>
              </a:ext>
            </a:extLst>
          </p:cNvPr>
          <p:cNvSpPr/>
          <p:nvPr/>
        </p:nvSpPr>
        <p:spPr>
          <a:xfrm>
            <a:off x="580071" y="6982739"/>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9" name="Google Shape;79;p7">
            <a:extLst>
              <a:ext uri="{FF2B5EF4-FFF2-40B4-BE49-F238E27FC236}">
                <a16:creationId xmlns:a16="http://schemas.microsoft.com/office/drawing/2014/main" id="{44A3C4B2-6481-80A5-8968-4E062E1E357C}"/>
              </a:ext>
            </a:extLst>
          </p:cNvPr>
          <p:cNvSpPr txBox="1"/>
          <p:nvPr/>
        </p:nvSpPr>
        <p:spPr>
          <a:xfrm>
            <a:off x="669848" y="7417930"/>
            <a:ext cx="229869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0" name="Google Shape;80;p7">
            <a:extLst>
              <a:ext uri="{FF2B5EF4-FFF2-40B4-BE49-F238E27FC236}">
                <a16:creationId xmlns:a16="http://schemas.microsoft.com/office/drawing/2014/main" id="{83B09090-3B85-C585-19AA-E8B7E0825F7C}"/>
              </a:ext>
            </a:extLst>
          </p:cNvPr>
          <p:cNvSpPr/>
          <p:nvPr/>
        </p:nvSpPr>
        <p:spPr>
          <a:xfrm>
            <a:off x="580071" y="734264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2" name="Google Shape;82;p7">
            <a:extLst>
              <a:ext uri="{FF2B5EF4-FFF2-40B4-BE49-F238E27FC236}">
                <a16:creationId xmlns:a16="http://schemas.microsoft.com/office/drawing/2014/main" id="{A1F0142A-8C1B-613B-7B34-6F8F68D1E5CF}"/>
              </a:ext>
            </a:extLst>
          </p:cNvPr>
          <p:cNvSpPr txBox="1"/>
          <p:nvPr/>
        </p:nvSpPr>
        <p:spPr>
          <a:xfrm>
            <a:off x="669847" y="7777835"/>
            <a:ext cx="194811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All other autosomal trisomy</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3" name="Google Shape;83;p7">
            <a:extLst>
              <a:ext uri="{FF2B5EF4-FFF2-40B4-BE49-F238E27FC236}">
                <a16:creationId xmlns:a16="http://schemas.microsoft.com/office/drawing/2014/main" id="{86E46BE7-7B48-3A07-4C55-A1394B5835EA}"/>
              </a:ext>
            </a:extLst>
          </p:cNvPr>
          <p:cNvSpPr/>
          <p:nvPr/>
        </p:nvSpPr>
        <p:spPr>
          <a:xfrm>
            <a:off x="580071" y="7702537"/>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2" name="Google Shape;92;p7">
            <a:extLst>
              <a:ext uri="{FF2B5EF4-FFF2-40B4-BE49-F238E27FC236}">
                <a16:creationId xmlns:a16="http://schemas.microsoft.com/office/drawing/2014/main" id="{47DFE3CC-2F59-0537-1868-CBFD8B6C7FFA}"/>
              </a:ext>
            </a:extLst>
          </p:cNvPr>
          <p:cNvSpPr/>
          <p:nvPr/>
        </p:nvSpPr>
        <p:spPr>
          <a:xfrm>
            <a:off x="3969574" y="446341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5" name="Google Shape;95;p7">
            <a:extLst>
              <a:ext uri="{FF2B5EF4-FFF2-40B4-BE49-F238E27FC236}">
                <a16:creationId xmlns:a16="http://schemas.microsoft.com/office/drawing/2014/main" id="{49444672-358C-6BD2-A350-AC288EC0B2E1}"/>
              </a:ext>
            </a:extLst>
          </p:cNvPr>
          <p:cNvSpPr/>
          <p:nvPr/>
        </p:nvSpPr>
        <p:spPr>
          <a:xfrm>
            <a:off x="3969574" y="4823320"/>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8" name="Google Shape;98;p7">
            <a:extLst>
              <a:ext uri="{FF2B5EF4-FFF2-40B4-BE49-F238E27FC236}">
                <a16:creationId xmlns:a16="http://schemas.microsoft.com/office/drawing/2014/main" id="{94AEABB0-D29C-F906-BA26-FF58DD8ABFFA}"/>
              </a:ext>
            </a:extLst>
          </p:cNvPr>
          <p:cNvSpPr/>
          <p:nvPr/>
        </p:nvSpPr>
        <p:spPr>
          <a:xfrm>
            <a:off x="3969574" y="518322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1" name="Google Shape;101;p7">
            <a:extLst>
              <a:ext uri="{FF2B5EF4-FFF2-40B4-BE49-F238E27FC236}">
                <a16:creationId xmlns:a16="http://schemas.microsoft.com/office/drawing/2014/main" id="{DCF4461F-8DF9-5E1F-68A2-67BAA2F430BE}"/>
              </a:ext>
            </a:extLst>
          </p:cNvPr>
          <p:cNvSpPr/>
          <p:nvPr/>
        </p:nvSpPr>
        <p:spPr>
          <a:xfrm>
            <a:off x="3969574" y="5543131"/>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4" name="Google Shape;104;p7">
            <a:extLst>
              <a:ext uri="{FF2B5EF4-FFF2-40B4-BE49-F238E27FC236}">
                <a16:creationId xmlns:a16="http://schemas.microsoft.com/office/drawing/2014/main" id="{E927AB21-BCDA-E427-980A-E3B1099B8871}"/>
              </a:ext>
            </a:extLst>
          </p:cNvPr>
          <p:cNvSpPr/>
          <p:nvPr/>
        </p:nvSpPr>
        <p:spPr>
          <a:xfrm>
            <a:off x="3969574" y="5903023"/>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7" name="Google Shape;107;p7">
            <a:extLst>
              <a:ext uri="{FF2B5EF4-FFF2-40B4-BE49-F238E27FC236}">
                <a16:creationId xmlns:a16="http://schemas.microsoft.com/office/drawing/2014/main" id="{7C3938A8-F109-1DBC-5F5E-569E77E33177}"/>
              </a:ext>
            </a:extLst>
          </p:cNvPr>
          <p:cNvSpPr/>
          <p:nvPr/>
        </p:nvSpPr>
        <p:spPr>
          <a:xfrm>
            <a:off x="3969574" y="6262928"/>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10" name="Google Shape;110;p7">
            <a:extLst>
              <a:ext uri="{FF2B5EF4-FFF2-40B4-BE49-F238E27FC236}">
                <a16:creationId xmlns:a16="http://schemas.microsoft.com/office/drawing/2014/main" id="{C759B0B3-FEA5-2685-A1F4-EACC35ADFD60}"/>
              </a:ext>
            </a:extLst>
          </p:cNvPr>
          <p:cNvSpPr/>
          <p:nvPr/>
        </p:nvSpPr>
        <p:spPr>
          <a:xfrm>
            <a:off x="3969574" y="6622834"/>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13" name="Google Shape;113;p7">
            <a:extLst>
              <a:ext uri="{FF2B5EF4-FFF2-40B4-BE49-F238E27FC236}">
                <a16:creationId xmlns:a16="http://schemas.microsoft.com/office/drawing/2014/main" id="{8309C2D1-A4A4-25A3-F0BB-DDCE8004C10E}"/>
              </a:ext>
            </a:extLst>
          </p:cNvPr>
          <p:cNvSpPr/>
          <p:nvPr/>
        </p:nvSpPr>
        <p:spPr>
          <a:xfrm>
            <a:off x="3969574" y="6982739"/>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KR" panose="020B05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KR" panose="020B05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332778"/>
          </a:xfrm>
          <a:prstGeom prst="rect">
            <a:avLst/>
          </a:prstGeom>
          <a:noFill/>
          <a:ln>
            <a:noFill/>
          </a:ln>
        </p:spPr>
        <p:txBody>
          <a:bodyPr spcFirstLastPara="1" wrap="square" lIns="0" tIns="40000" rIns="0" bIns="0" anchor="t" anchorCtr="0">
            <a:spAutoFit/>
          </a:bodyPr>
          <a:lstStyle/>
          <a:p>
            <a:pPr marL="1270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a:p>
            <a:pPr marL="12700" lvl="0">
              <a:buClr>
                <a:srgbClr val="FF1317"/>
              </a:buClr>
              <a:buSzPts val="750"/>
            </a:pPr>
            <a:endParaRPr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87;p7">
            <a:extLst>
              <a:ext uri="{FF2B5EF4-FFF2-40B4-BE49-F238E27FC236}">
                <a16:creationId xmlns:a16="http://schemas.microsoft.com/office/drawing/2014/main" id="{3986BFD9-A6EE-7CB9-6095-7BB74027A1B9}"/>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122;p7">
            <a:extLst>
              <a:ext uri="{FF2B5EF4-FFF2-40B4-BE49-F238E27FC236}">
                <a16:creationId xmlns:a16="http://schemas.microsoft.com/office/drawing/2014/main" id="{F812C84A-2AE1-A207-B758-9EA6390CCCEA}"/>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&lt;&lt;Result_MDResult&gt;&gt;</a:t>
            </a:r>
          </a:p>
        </p:txBody>
      </p:sp>
      <p:sp>
        <p:nvSpPr>
          <p:cNvPr id="27" name="Google Shape;122;p7">
            <a:extLst>
              <a:ext uri="{FF2B5EF4-FFF2-40B4-BE49-F238E27FC236}">
                <a16:creationId xmlns:a16="http://schemas.microsoft.com/office/drawing/2014/main" id="{DA533653-3A69-A8D7-7F06-3E07D0656DD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aphicFrame>
        <p:nvGraphicFramePr>
          <p:cNvPr id="29" name="Table 28">
            <a:extLst>
              <a:ext uri="{FF2B5EF4-FFF2-40B4-BE49-F238E27FC236}">
                <a16:creationId xmlns:a16="http://schemas.microsoft.com/office/drawing/2014/main" id="{3DEF9634-122E-8F1C-4BCC-FF1CC5CBE351}"/>
              </a:ext>
            </a:extLst>
          </p:cNvPr>
          <p:cNvGraphicFramePr>
            <a:graphicFrameLocks noGrp="1"/>
          </p:cNvGraphicFramePr>
          <p:nvPr>
            <p:extLst>
              <p:ext uri="{D42A27DB-BD31-4B8C-83A1-F6EECF244321}">
                <p14:modId xmlns:p14="http://schemas.microsoft.com/office/powerpoint/2010/main" val="458651380"/>
              </p:ext>
            </p:extLst>
          </p:nvPr>
        </p:nvGraphicFramePr>
        <p:xfrm>
          <a:off x="382477" y="1278002"/>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790668192"/>
                    </a:ext>
                  </a:extLst>
                </a:gridCol>
                <a:gridCol w="1097275">
                  <a:extLst>
                    <a:ext uri="{9D8B030D-6E8A-4147-A177-3AD203B41FA5}">
                      <a16:colId xmlns:a16="http://schemas.microsoft.com/office/drawing/2014/main" val="3345501331"/>
                    </a:ext>
                  </a:extLst>
                </a:gridCol>
                <a:gridCol w="1164600">
                  <a:extLst>
                    <a:ext uri="{9D8B030D-6E8A-4147-A177-3AD203B41FA5}">
                      <a16:colId xmlns:a16="http://schemas.microsoft.com/office/drawing/2014/main" val="750595808"/>
                    </a:ext>
                  </a:extLst>
                </a:gridCol>
                <a:gridCol w="1095375">
                  <a:extLst>
                    <a:ext uri="{9D8B030D-6E8A-4147-A177-3AD203B41FA5}">
                      <a16:colId xmlns:a16="http://schemas.microsoft.com/office/drawing/2014/main" val="1961089513"/>
                    </a:ext>
                  </a:extLst>
                </a:gridCol>
                <a:gridCol w="1165850">
                  <a:extLst>
                    <a:ext uri="{9D8B030D-6E8A-4147-A177-3AD203B41FA5}">
                      <a16:colId xmlns:a16="http://schemas.microsoft.com/office/drawing/2014/main" val="2150510939"/>
                    </a:ext>
                  </a:extLst>
                </a:gridCol>
                <a:gridCol w="1099825">
                  <a:extLst>
                    <a:ext uri="{9D8B030D-6E8A-4147-A177-3AD203B41FA5}">
                      <a16:colId xmlns:a16="http://schemas.microsoft.com/office/drawing/2014/main" val="2054397258"/>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Name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Date of Birth:</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MR Number:</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625651258"/>
                  </a:ext>
                </a:extLst>
              </a:tr>
              <a:tr h="479425">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Draw Date:</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Sample Type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Blood</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Report Date:</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2085393382"/>
                  </a:ext>
                </a:extLst>
              </a:tr>
              <a:tr h="480050">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Sample Number:</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Order Number</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Hospital</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3240389837"/>
                  </a:ext>
                </a:extLst>
              </a:tr>
              <a:tr h="474975">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Pregnancy Type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Gestational Age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W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D</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Physician</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2040855376"/>
                  </a:ext>
                </a:extLst>
              </a:tr>
            </a:tbl>
          </a:graphicData>
        </a:graphic>
      </p:graphicFrame>
      <p:sp>
        <p:nvSpPr>
          <p:cNvPr id="28" name="Google Shape;54;p7">
            <a:extLst>
              <a:ext uri="{FF2B5EF4-FFF2-40B4-BE49-F238E27FC236}">
                <a16:creationId xmlns:a16="http://schemas.microsoft.com/office/drawing/2014/main" id="{B966CEDD-5729-32B8-B68E-B775E2D32C98}"/>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0" name="Google Shape;57;p7">
            <a:extLst>
              <a:ext uri="{FF2B5EF4-FFF2-40B4-BE49-F238E27FC236}">
                <a16:creationId xmlns:a16="http://schemas.microsoft.com/office/drawing/2014/main" id="{D784FBDA-A5C6-F3F4-AC83-C1A35E10C46C}"/>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1" name="Google Shape;60;p7">
            <a:extLst>
              <a:ext uri="{FF2B5EF4-FFF2-40B4-BE49-F238E27FC236}">
                <a16:creationId xmlns:a16="http://schemas.microsoft.com/office/drawing/2014/main" id="{45F32216-96D4-7BDC-7364-DB2B608B6DC8}"/>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2" name="Google Shape;63;p7">
            <a:extLst>
              <a:ext uri="{FF2B5EF4-FFF2-40B4-BE49-F238E27FC236}">
                <a16:creationId xmlns:a16="http://schemas.microsoft.com/office/drawing/2014/main" id="{AF05FFB3-8C29-3078-57D6-3FBDDB673030}"/>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&lt;&lt;T9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3" name="Google Shape;66;p7">
            <a:extLst>
              <a:ext uri="{FF2B5EF4-FFF2-40B4-BE49-F238E27FC236}">
                <a16:creationId xmlns:a16="http://schemas.microsoft.com/office/drawing/2014/main" id="{1F4577A1-94A5-8484-7F79-91CA3AC19147}"/>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&lt;&lt;T16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4" name="Google Shape;69;p7">
            <a:extLst>
              <a:ext uri="{FF2B5EF4-FFF2-40B4-BE49-F238E27FC236}">
                <a16:creationId xmlns:a16="http://schemas.microsoft.com/office/drawing/2014/main" id="{22C82B1D-509F-DF09-9F34-578D074C4445}"/>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&lt;&lt;T22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5" name="Google Shape;72;p7">
            <a:extLst>
              <a:ext uri="{FF2B5EF4-FFF2-40B4-BE49-F238E27FC236}">
                <a16:creationId xmlns:a16="http://schemas.microsoft.com/office/drawing/2014/main" id="{AC4E6E58-CD40-BD0F-66D1-E34A62F2AFF1}"/>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6" name="Google Shape;75;p7">
            <a:extLst>
              <a:ext uri="{FF2B5EF4-FFF2-40B4-BE49-F238E27FC236}">
                <a16:creationId xmlns:a16="http://schemas.microsoft.com/office/drawing/2014/main" id="{DD6400AB-5F3A-3640-F096-FC31C29E110A}"/>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7" name="Google Shape;78;p7">
            <a:extLst>
              <a:ext uri="{FF2B5EF4-FFF2-40B4-BE49-F238E27FC236}">
                <a16:creationId xmlns:a16="http://schemas.microsoft.com/office/drawing/2014/main" id="{63D799BF-1961-DBB8-9848-2934EC5C8C09}"/>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8" name="Google Shape;81;p7">
            <a:extLst>
              <a:ext uri="{FF2B5EF4-FFF2-40B4-BE49-F238E27FC236}">
                <a16:creationId xmlns:a16="http://schemas.microsoft.com/office/drawing/2014/main" id="{917251C0-3641-759A-D273-1FA88D153475}"/>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9" name="Google Shape;84;p7">
            <a:extLst>
              <a:ext uri="{FF2B5EF4-FFF2-40B4-BE49-F238E27FC236}">
                <a16:creationId xmlns:a16="http://schemas.microsoft.com/office/drawing/2014/main" id="{B87C312F-6245-EBB6-DC6B-0C9F26362FC3}"/>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&lt;&lt;Other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40" name="Google Shape;90;p7">
            <a:extLst>
              <a:ext uri="{FF2B5EF4-FFF2-40B4-BE49-F238E27FC236}">
                <a16:creationId xmlns:a16="http://schemas.microsoft.com/office/drawing/2014/main" id="{164DE0EC-10EF-CCEA-08CE-7B0A562EFD04}"/>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97985840-4EF0-A04E-8A23-5891941578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320</TotalTime>
  <Words>928</Words>
  <Application>Microsoft Macintosh PowerPoint</Application>
  <PresentationFormat>Custom</PresentationFormat>
  <Paragraphs>121</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1_디자인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smartin</cp:lastModifiedBy>
  <cp:revision>66</cp:revision>
  <dcterms:modified xsi:type="dcterms:W3CDTF">2026-06-05T05:41:29Z</dcterms:modified>
</cp:coreProperties>
</file>