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2"/>
    <p:restoredTop sz="94658"/>
  </p:normalViewPr>
  <p:slideViewPr>
    <p:cSldViewPr snapToGrid="0">
      <p:cViewPr varScale="1">
        <p:scale>
          <a:sx n="159" d="100"/>
          <a:sy n="159" d="100"/>
        </p:scale>
        <p:origin x="6888" y="200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1597673810"/>
              </p:ext>
            </p:extLst>
          </p:nvPr>
        </p:nvGraphicFramePr>
        <p:xfrm>
          <a:off x="338144" y="3883168"/>
          <a:ext cx="3438518" cy="2898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8CECF"/>
          </a:solidFill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A3C9F-037B-D7E0-EC18-4F0419A3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AA58A-CF69-E164-9864-9CA68B41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770</Words>
  <Application>Microsoft Macintosh PowerPoint</Application>
  <PresentationFormat>Custom</PresentationFormat>
  <Paragraphs>108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43</cp:revision>
  <dcterms:modified xsi:type="dcterms:W3CDTF">2025-08-11T11:32:24Z</dcterms:modified>
</cp:coreProperties>
</file>