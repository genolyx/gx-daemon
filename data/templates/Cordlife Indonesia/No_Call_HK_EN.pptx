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7" autoAdjust="0"/>
  </p:normalViewPr>
  <p:slideViewPr>
    <p:cSldViewPr snapToGrid="0">
      <p:cViewPr varScale="1">
        <p:scale>
          <a:sx n="150" d="100"/>
          <a:sy n="150" d="100"/>
        </p:scale>
        <p:origin x="5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406463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graphicFrame>
        <p:nvGraphicFramePr>
          <p:cNvPr id="2" name="Table 1">
            <a:extLst>
              <a:ext uri="{FF2B5EF4-FFF2-40B4-BE49-F238E27FC236}">
                <a16:creationId xmlns:a16="http://schemas.microsoft.com/office/drawing/2014/main" id="{50BDDCE5-2D00-F7E9-3269-61889A3DEA82}"/>
              </a:ext>
            </a:extLst>
          </p:cNvPr>
          <p:cNvGraphicFramePr>
            <a:graphicFrameLocks noGrp="1"/>
          </p:cNvGraphicFramePr>
          <p:nvPr>
            <p:extLst>
              <p:ext uri="{D42A27DB-BD31-4B8C-83A1-F6EECF244321}">
                <p14:modId xmlns:p14="http://schemas.microsoft.com/office/powerpoint/2010/main" val="451584739"/>
              </p:ext>
            </p:extLst>
          </p:nvPr>
        </p:nvGraphicFramePr>
        <p:xfrm>
          <a:off x="446345" y="3545404"/>
          <a:ext cx="5984582" cy="545890"/>
        </p:xfrm>
        <a:graphic>
          <a:graphicData uri="http://schemas.openxmlformats.org/drawingml/2006/table">
            <a:tbl>
              <a:tblPr firstRow="1" bandRow="1">
                <a:tableStyleId>{EB9631B5-78F2-41C9-869B-9F39066F8104}</a:tableStyleId>
              </a:tblPr>
              <a:tblGrid>
                <a:gridCol w="5984582">
                  <a:extLst>
                    <a:ext uri="{9D8B030D-6E8A-4147-A177-3AD203B41FA5}">
                      <a16:colId xmlns:a16="http://schemas.microsoft.com/office/drawing/2014/main" val="539532219"/>
                    </a:ext>
                  </a:extLst>
                </a:gridCol>
              </a:tblGrid>
              <a:tr h="545890">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bl>
          </a:graphicData>
        </a:graphic>
      </p:graphicFrame>
      <p:sp>
        <p:nvSpPr>
          <p:cNvPr id="5" name="TextBox 4">
            <a:extLst>
              <a:ext uri="{FF2B5EF4-FFF2-40B4-BE49-F238E27FC236}">
                <a16:creationId xmlns:a16="http://schemas.microsoft.com/office/drawing/2014/main" id="{7FC5EB6D-D2EA-0B2E-C82F-5ACAC5A9913B}"/>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E648798-D489-F4F1-CD88-725C5F88E47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102583"/>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59020"/>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522557"/>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6" y="9427924"/>
            <a:ext cx="3975637"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5F421878-C97F-52B7-D11F-2F3C5F70270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647149350"/>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0537BACA-0072-AA77-16E6-3ADCDC306A9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10955</TotalTime>
  <Words>1819</Words>
  <Application>Microsoft Macintosh PowerPoint</Application>
  <PresentationFormat>A4 Paper (210x297 mm)</PresentationFormat>
  <Paragraphs>199</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93</cp:revision>
  <dcterms:created xsi:type="dcterms:W3CDTF">2024-06-13T04:30:46Z</dcterms:created>
  <dcterms:modified xsi:type="dcterms:W3CDTF">2026-01-05T03:12:42Z</dcterms:modified>
</cp:coreProperties>
</file>