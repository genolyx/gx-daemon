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91" r:id="rId2"/>
    <p:sldId id="292"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30" autoAdjust="0"/>
  </p:normalViewPr>
  <p:slideViewPr>
    <p:cSldViewPr snapToGrid="0">
      <p:cViewPr varScale="1">
        <p:scale>
          <a:sx n="142" d="100"/>
          <a:sy n="142" d="100"/>
        </p:scale>
        <p:origin x="66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3</a:t>
            </a:fld>
            <a:endParaRPr lang="en-US"/>
          </a:p>
        </p:txBody>
      </p:sp>
    </p:spTree>
    <p:extLst>
      <p:ext uri="{BB962C8B-B14F-4D97-AF65-F5344CB8AC3E}">
        <p14:creationId xmlns:p14="http://schemas.microsoft.com/office/powerpoint/2010/main" val="1914785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455728738"/>
              </p:ext>
            </p:extLst>
          </p:nvPr>
        </p:nvGraphicFramePr>
        <p:xfrm>
          <a:off x="446345" y="3545404"/>
          <a:ext cx="5984582" cy="10439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6" y="9427924"/>
            <a:ext cx="3910075"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1283F6EA-515A-BE36-266A-51EC6CB9DBBD}"/>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42A27D4C-16CB-EBDB-4F3F-921A1F160612}"/>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2" name="TextBox 1">
            <a:extLst>
              <a:ext uri="{FF2B5EF4-FFF2-40B4-BE49-F238E27FC236}">
                <a16:creationId xmlns:a16="http://schemas.microsoft.com/office/drawing/2014/main" id="{859E6D5D-A6F4-8D63-02A3-3ABFE3857768}"/>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917824"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A1F5054E-7CD1-BC56-41D2-D5271F72F210}"/>
              </a:ext>
            </a:extLst>
          </p:cNvPr>
          <p:cNvSpPr txBox="1"/>
          <p:nvPr/>
        </p:nvSpPr>
        <p:spPr>
          <a:xfrm>
            <a:off x="424418" y="2093406"/>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16" name="TextBox 15">
            <a:extLst>
              <a:ext uri="{FF2B5EF4-FFF2-40B4-BE49-F238E27FC236}">
                <a16:creationId xmlns:a16="http://schemas.microsoft.com/office/drawing/2014/main" id="{A3394502-DDA6-5AC0-04F9-34B17B4D3D7D}"/>
              </a:ext>
            </a:extLst>
          </p:cNvPr>
          <p:cNvSpPr txBox="1"/>
          <p:nvPr/>
        </p:nvSpPr>
        <p:spPr>
          <a:xfrm>
            <a:off x="422872" y="184984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3" name="TextBox 2">
            <a:extLst>
              <a:ext uri="{FF2B5EF4-FFF2-40B4-BE49-F238E27FC236}">
                <a16:creationId xmlns:a16="http://schemas.microsoft.com/office/drawing/2014/main" id="{AB68BF0B-6C71-9C37-30A9-B8B5A2F6717C}"/>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2" name="TextBox 1">
            <a:extLst>
              <a:ext uri="{FF2B5EF4-FFF2-40B4-BE49-F238E27FC236}">
                <a16:creationId xmlns:a16="http://schemas.microsoft.com/office/drawing/2014/main" id="{2D21352A-AFF0-1EC3-8B1A-AA4FA1051F26}"/>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49494832"/>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E5711FB-DD1D-C06C-F249-ABBEE0DCBD51}"/>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74338694-2D02-0E52-4960-C1838BAACB80}"/>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11558</TotalTime>
  <Words>1637</Words>
  <Application>Microsoft Macintosh PowerPoint</Application>
  <PresentationFormat>A4 Paper (210x297 mm)</PresentationFormat>
  <Paragraphs>219</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97</cp:revision>
  <dcterms:created xsi:type="dcterms:W3CDTF">2024-06-13T04:30:46Z</dcterms:created>
  <dcterms:modified xsi:type="dcterms:W3CDTF">2026-01-05T03:10:54Z</dcterms:modified>
</cp:coreProperties>
</file>