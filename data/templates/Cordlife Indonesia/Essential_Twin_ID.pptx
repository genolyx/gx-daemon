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37" r:id="rId2"/>
    <p:sldId id="335" r:id="rId3"/>
    <p:sldId id="33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821" autoAdjust="0"/>
  </p:normalViewPr>
  <p:slideViewPr>
    <p:cSldViewPr snapToGrid="0">
      <p:cViewPr varScale="1">
        <p:scale>
          <a:sx n="175" d="100"/>
          <a:sy n="175" d="100"/>
        </p:scale>
        <p:origin x="529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04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1/4/26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AC964-8DC4-42EA-AD49-EBBBAB298209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090440"/>
              </p:ext>
            </p:extLst>
          </p:nvPr>
        </p:nvGraphicFramePr>
        <p:xfrm>
          <a:off x="446345" y="3545404"/>
          <a:ext cx="5984582" cy="10439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kumimoji="0" 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4029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B1A3F-5B1C-279F-F63D-33A6B360CBE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E370B-C1A0-EED9-4712-ECCAFCB60399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678649-34B8-9341-0A33-4BFA8E91A3DC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</p:spTree>
    <p:extLst>
      <p:ext uri="{BB962C8B-B14F-4D97-AF65-F5344CB8AC3E}">
        <p14:creationId xmlns:p14="http://schemas.microsoft.com/office/powerpoint/2010/main" val="50589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2107226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1878333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4102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Cordlife :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Yuyus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Kusnadi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, PhD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06CFBF3-4FFF-B10F-96BA-D4F96DA7FA0E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FB79BE-F8BA-DCA6-C589-2EDFF46C914A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F66A346-702F-262F-10B1-03E550FF1E5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CDDCEE-B6DB-063C-6013-864C6ADA4BF6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EA5C3-12CE-E2E3-87D9-B8AB11DE9E79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C08C1-F6C4-D10A-8342-B61D20A34205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B105EA-8140-5236-4ECA-AEA7104980BE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5152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FE06C-7F2C-2483-7A31-6BF9C98C692D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07801-9AAB-370B-A786-C703A428D223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DCR No.: 3573</a:t>
            </a:r>
          </a:p>
          <a:p>
            <a:pPr algn="ctr"/>
            <a:r>
              <a:rPr lang="pt-BR" sz="800">
                <a:solidFill>
                  <a:srgbClr val="000000"/>
                </a:solidFill>
                <a:latin typeface="Calibri" panose="020F0502020204030204" pitchFamily="34" charset="0"/>
              </a:rPr>
              <a:t>QR G1.1-6-3-e</a:t>
            </a:r>
            <a:endParaRPr lang="en-ID" sz="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CADFB7-CAFF-95BE-39F0-EF65EEB27B01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57104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13002</TotalTime>
  <Words>1535</Words>
  <Application>Microsoft Macintosh PowerPoint</Application>
  <PresentationFormat>A4 Paper (210x297 mm)</PresentationFormat>
  <Paragraphs>214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125</cp:revision>
  <dcterms:created xsi:type="dcterms:W3CDTF">2024-06-13T04:30:46Z</dcterms:created>
  <dcterms:modified xsi:type="dcterms:W3CDTF">2026-01-05T03:08:35Z</dcterms:modified>
</cp:coreProperties>
</file>