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6" autoAdjust="0"/>
  </p:normalViewPr>
  <p:slideViewPr>
    <p:cSldViewPr snapToGrid="0">
      <p:cViewPr varScale="1">
        <p:scale>
          <a:sx n="192" d="100"/>
          <a:sy n="192" d="100"/>
        </p:scale>
        <p:origin x="55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786372982"/>
              </p:ext>
            </p:extLst>
          </p:nvPr>
        </p:nvGraphicFramePr>
        <p:xfrm>
          <a:off x="446345" y="3545404"/>
          <a:ext cx="5984582" cy="284988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6" y="9427924"/>
            <a:ext cx="394296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CF36D984-9A25-D7EB-88CB-AD3FDBB8FB5A}"/>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2BCE4E0E-FC5F-DE12-1222-6B2060952DC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573721469"/>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a:t>
            </a:r>
            <a:r>
              <a:rPr lang="en-US" sz="800" dirty="0" err="1">
                <a:latin typeface="Calibri" panose="020F0502020204030204" pitchFamily="34" charset="0"/>
                <a:cs typeface="Calibri" panose="020F0502020204030204" pitchFamily="34" charset="0"/>
              </a:rPr>
              <a:t>findings.These</a:t>
            </a:r>
            <a:r>
              <a:rPr lang="en-US" sz="800" dirty="0">
                <a:latin typeface="Calibri" panose="020F0502020204030204" pitchFamily="34" charset="0"/>
                <a:cs typeface="Calibri" panose="020F0502020204030204" pitchFamily="34" charset="0"/>
              </a:rPr>
              <a:t>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6" y="9427924"/>
            <a:ext cx="403997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4A6DF12-971A-13DD-DEA0-06E10AEFCA9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F073047E-B313-D3DF-251C-62232572CC4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472079305"/>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4089889087"/>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84403061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15140296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8D7F4387-000A-BAC8-D19D-DE5574028D0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2717</Words>
  <Application>Microsoft Macintosh PowerPoint</Application>
  <PresentationFormat>A4 Paper (210x297 mm)</PresentationFormat>
  <Paragraphs>426</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2026-01-05T03:08:55Z</dcterms:modified>
</cp:coreProperties>
</file>