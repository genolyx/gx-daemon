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340" r:id="rId2"/>
    <p:sldId id="341" r:id="rId3"/>
    <p:sldId id="34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ng Kong" id="{E9ACCF87-03BC-4AB8-AB7F-163DDA8A2C49}">
          <p14:sldIdLst/>
        </p14:section>
        <p14:section name="Hong Kong version" id="{1BC3D3C4-929D-40D4-A52A-066B8F9AF03F}">
          <p14:sldIdLst>
            <p14:sldId id="340"/>
            <p14:sldId id="341"/>
            <p14:sldId id="34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00A6C8"/>
    <a:srgbClr val="099049"/>
    <a:srgbClr val="009A43"/>
    <a:srgbClr val="E5F6F9"/>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28" autoAdjust="0"/>
  </p:normalViewPr>
  <p:slideViewPr>
    <p:cSldViewPr snapToGrid="0">
      <p:cViewPr varScale="1">
        <p:scale>
          <a:sx n="165" d="100"/>
          <a:sy n="165" d="100"/>
        </p:scale>
        <p:origin x="695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62702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3</a:t>
            </a:fld>
            <a:endParaRPr lang="en-US"/>
          </a:p>
        </p:txBody>
      </p:sp>
    </p:spTree>
    <p:extLst>
      <p:ext uri="{BB962C8B-B14F-4D97-AF65-F5344CB8AC3E}">
        <p14:creationId xmlns:p14="http://schemas.microsoft.com/office/powerpoint/2010/main" val="4089582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2970412067"/>
              </p:ext>
            </p:extLst>
          </p:nvPr>
        </p:nvGraphicFramePr>
        <p:xfrm>
          <a:off x="448574" y="3545404"/>
          <a:ext cx="5982353" cy="1089660"/>
        </p:xfrm>
        <a:graphic>
          <a:graphicData uri="http://schemas.openxmlformats.org/drawingml/2006/table">
            <a:tbl>
              <a:tblPr firstRow="1" bandRow="1">
                <a:tableStyleId>{EB9631B5-78F2-41C9-869B-9F39066F8104}</a:tableStyleId>
              </a:tblPr>
              <a:tblGrid>
                <a:gridCol w="1871293">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7422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21" name="Picture 20">
            <a:extLst>
              <a:ext uri="{FF2B5EF4-FFF2-40B4-BE49-F238E27FC236}">
                <a16:creationId xmlns:a16="http://schemas.microsoft.com/office/drawing/2014/main" id="{0377AA96-D5DD-60DA-BB6F-97D671D82B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9" name="TextBox 8">
            <a:extLst>
              <a:ext uri="{FF2B5EF4-FFF2-40B4-BE49-F238E27FC236}">
                <a16:creationId xmlns:a16="http://schemas.microsoft.com/office/drawing/2014/main" id="{219DD452-4A7F-1546-4110-88F211464B80}"/>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68012B77-FB6A-D207-5D5B-1AA20CE3049D}"/>
              </a:ext>
            </a:extLst>
          </p:cNvPr>
          <p:cNvSpPr txBox="1"/>
          <p:nvPr/>
        </p:nvSpPr>
        <p:spPr>
          <a:xfrm>
            <a:off x="446345" y="9203303"/>
            <a:ext cx="1165704"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27" name="Rectangle: Rounded Corners 26">
            <a:extLst>
              <a:ext uri="{FF2B5EF4-FFF2-40B4-BE49-F238E27FC236}">
                <a16:creationId xmlns:a16="http://schemas.microsoft.com/office/drawing/2014/main" id="{54A9A9BA-2CD0-FD62-010D-DECF988F6010}"/>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6ADD0727-D545-C7F4-634E-BCE2A3DA86FE}"/>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B3F3595C-4A9A-C62A-E7AD-D66543DAE6BA}"/>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EE1A0DB3-54C9-76C6-E49F-73A51AF4DA5B}"/>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3" name="TextBox 12">
            <a:extLst>
              <a:ext uri="{FF2B5EF4-FFF2-40B4-BE49-F238E27FC236}">
                <a16:creationId xmlns:a16="http://schemas.microsoft.com/office/drawing/2014/main" id="{A5AB032F-4C0E-7E75-E9EB-9C8F5C79C7B7}"/>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2" name="TextBox 1">
            <a:extLst>
              <a:ext uri="{FF2B5EF4-FFF2-40B4-BE49-F238E27FC236}">
                <a16:creationId xmlns:a16="http://schemas.microsoft.com/office/drawing/2014/main" id="{BC60DB4F-C54B-1FAE-0671-ACC38A4CA5EF}"/>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FA8D366D-9DAC-F046-9AC6-B94DB33AAA1A}"/>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2004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1557803888"/>
              </p:ext>
            </p:extLst>
          </p:nvPr>
        </p:nvGraphicFramePr>
        <p:xfrm>
          <a:off x="464687" y="2286588"/>
          <a:ext cx="5984584" cy="1790538"/>
        </p:xfrm>
        <a:graphic>
          <a:graphicData uri="http://schemas.openxmlformats.org/drawingml/2006/table">
            <a:tbl>
              <a:tblPr firstRow="1" bandRow="1">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a:t>
                      </a:r>
                      <a:r>
                        <a:rPr lang="en-US" sz="900" b="1" dirty="0" err="1">
                          <a:latin typeface="Calibri" panose="020F0502020204030204" pitchFamily="34" charset="0"/>
                          <a:cs typeface="Calibri" panose="020F0502020204030204" pitchFamily="34" charset="0"/>
                        </a:rPr>
                        <a:t>willi</a:t>
                      </a:r>
                      <a:r>
                        <a:rPr lang="en-US" sz="900" b="1" dirty="0">
                          <a:latin typeface="Calibri" panose="020F0502020204030204" pitchFamily="34" charset="0"/>
                          <a:cs typeface="Calibri" panose="020F0502020204030204" pitchFamily="34" charset="0"/>
                        </a:rPr>
                        <a:t>/Angelman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316924696"/>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3"/>
            <a:ext cx="5984582" cy="800297"/>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pic>
        <p:nvPicPr>
          <p:cNvPr id="18" name="Picture 17">
            <a:extLst>
              <a:ext uri="{FF2B5EF4-FFF2-40B4-BE49-F238E27FC236}">
                <a16:creationId xmlns:a16="http://schemas.microsoft.com/office/drawing/2014/main" id="{E18D27C2-D3DD-5020-619F-EF12EC57E1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28" name="TextBox 27">
            <a:extLst>
              <a:ext uri="{FF2B5EF4-FFF2-40B4-BE49-F238E27FC236}">
                <a16:creationId xmlns:a16="http://schemas.microsoft.com/office/drawing/2014/main" id="{EBCC1B0D-6385-50F0-3E27-888C3C8BD82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A560F6E5-72BC-6AB6-31A1-9A190496C162}"/>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4" name="Rectangle: Rounded Corners 13">
            <a:extLst>
              <a:ext uri="{FF2B5EF4-FFF2-40B4-BE49-F238E27FC236}">
                <a16:creationId xmlns:a16="http://schemas.microsoft.com/office/drawing/2014/main" id="{1DE05240-10CC-3980-503B-4C07AF93046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4EE5B8A2-B21D-7996-66D4-2465F77EE26A}"/>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810CDD7C-B043-462A-D6D2-80BFC239CAA3}"/>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7FDBCD2E-5443-A177-D902-C1E3B55FCD8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0" name="TextBox 19">
            <a:extLst>
              <a:ext uri="{FF2B5EF4-FFF2-40B4-BE49-F238E27FC236}">
                <a16:creationId xmlns:a16="http://schemas.microsoft.com/office/drawing/2014/main" id="{5744D646-7AC7-D741-A059-E349A9CE3002}"/>
              </a:ext>
            </a:extLst>
          </p:cNvPr>
          <p:cNvSpPr txBox="1"/>
          <p:nvPr/>
        </p:nvSpPr>
        <p:spPr>
          <a:xfrm>
            <a:off x="498897" y="4737128"/>
            <a:ext cx="5846298" cy="230832"/>
          </a:xfrm>
          <a:prstGeom prst="rect">
            <a:avLst/>
          </a:prstGeom>
          <a:noFill/>
        </p:spPr>
        <p:txBody>
          <a:bodyPr wrap="square">
            <a:spAutoFit/>
          </a:bodyPr>
          <a:lstStyle/>
          <a:p>
            <a:pPr marL="83820" lvl="0"/>
            <a:r>
              <a:rPr lang="en-US" sz="900" dirty="0">
                <a:latin typeface="Calibri" panose="020F0502020204030204" pitchFamily="34" charset="0"/>
                <a:ea typeface="Calibri"/>
                <a:cs typeface="Calibri" panose="020F0502020204030204" pitchFamily="34" charset="0"/>
                <a:sym typeface="Calibri"/>
              </a:rPr>
              <a:t>&lt;&lt;MDI&gt;&gt;</a:t>
            </a:r>
          </a:p>
        </p:txBody>
      </p:sp>
      <p:sp>
        <p:nvSpPr>
          <p:cNvPr id="5" name="TextBox 4">
            <a:extLst>
              <a:ext uri="{FF2B5EF4-FFF2-40B4-BE49-F238E27FC236}">
                <a16:creationId xmlns:a16="http://schemas.microsoft.com/office/drawing/2014/main" id="{70FC0F9E-4FE5-DDCA-A3C5-F3C298F3DD9F}"/>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7779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661529077"/>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15" name="Picture 14">
            <a:extLst>
              <a:ext uri="{FF2B5EF4-FFF2-40B4-BE49-F238E27FC236}">
                <a16:creationId xmlns:a16="http://schemas.microsoft.com/office/drawing/2014/main" id="{210DDD2D-54FC-E921-1A8B-EB3171C17E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2" name="TextBox 1">
            <a:extLst>
              <a:ext uri="{FF2B5EF4-FFF2-40B4-BE49-F238E27FC236}">
                <a16:creationId xmlns:a16="http://schemas.microsoft.com/office/drawing/2014/main" id="{77BC69F4-BC32-B86F-01BE-675A0823968C}"/>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06475CB-D6F9-419F-4AA3-3A2398CC535F}"/>
              </a:ext>
            </a:extLst>
          </p:cNvPr>
          <p:cNvSpPr txBox="1"/>
          <p:nvPr/>
        </p:nvSpPr>
        <p:spPr>
          <a:xfrm>
            <a:off x="398720" y="9214510"/>
            <a:ext cx="2722170" cy="538609"/>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r>
              <a:rPr lang="en-US" sz="700" dirty="0">
                <a:solidFill>
                  <a:schemeClr val="bg1"/>
                </a:solidFill>
                <a:latin typeface="Calibri" panose="020F0502020204030204" pitchFamily="34" charset="0"/>
                <a:cs typeface="Calibri" panose="020F0502020204030204" pitchFamily="34" charset="0"/>
              </a:rPr>
              <a:t>1 Yishun Industrial Street 1</a:t>
            </a:r>
          </a:p>
          <a:p>
            <a:r>
              <a:rPr lang="en-US" sz="700" dirty="0">
                <a:solidFill>
                  <a:schemeClr val="bg1"/>
                </a:solidFill>
                <a:latin typeface="Calibri" panose="020F0502020204030204" pitchFamily="34" charset="0"/>
                <a:cs typeface="Calibri" panose="020F0502020204030204" pitchFamily="34" charset="0"/>
              </a:rPr>
              <a:t>#06-01/09 </a:t>
            </a:r>
            <a:r>
              <a:rPr lang="en-US" sz="700" dirty="0" err="1">
                <a:solidFill>
                  <a:schemeClr val="bg1"/>
                </a:solidFill>
                <a:latin typeface="Calibri" panose="020F0502020204030204" pitchFamily="34" charset="0"/>
                <a:cs typeface="Calibri" panose="020F0502020204030204" pitchFamily="34" charset="0"/>
              </a:rPr>
              <a:t>A’Posh</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BizHub</a:t>
            </a:r>
            <a:endParaRPr lang="en-US" sz="700"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Singapore 768160</a:t>
            </a:r>
          </a:p>
        </p:txBody>
      </p:sp>
      <p:sp>
        <p:nvSpPr>
          <p:cNvPr id="11" name="TextBox 10">
            <a:extLst>
              <a:ext uri="{FF2B5EF4-FFF2-40B4-BE49-F238E27FC236}">
                <a16:creationId xmlns:a16="http://schemas.microsoft.com/office/drawing/2014/main" id="{98A67E6F-7861-7307-3838-B85957F99B02}"/>
              </a:ext>
            </a:extLst>
          </p:cNvPr>
          <p:cNvSpPr txBox="1"/>
          <p:nvPr/>
        </p:nvSpPr>
        <p:spPr>
          <a:xfrm>
            <a:off x="2557354" y="9214885"/>
            <a:ext cx="3243371" cy="430887"/>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p:txBody>
      </p:sp>
      <p:sp>
        <p:nvSpPr>
          <p:cNvPr id="20" name="TextBox 19">
            <a:extLst>
              <a:ext uri="{FF2B5EF4-FFF2-40B4-BE49-F238E27FC236}">
                <a16:creationId xmlns:a16="http://schemas.microsoft.com/office/drawing/2014/main" id="{30B754FE-2293-E11B-9C1E-4A6C0258DE27}"/>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B12B9E64-17F1-44BB-2354-4BA13081791A}"/>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9" name="TextBox 8">
            <a:extLst>
              <a:ext uri="{FF2B5EF4-FFF2-40B4-BE49-F238E27FC236}">
                <a16:creationId xmlns:a16="http://schemas.microsoft.com/office/drawing/2014/main" id="{C1FA954B-4039-D64D-2FF0-A41EAC8EADF4}"/>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10955</TotalTime>
  <Words>1972</Words>
  <Application>Microsoft Macintosh PowerPoint</Application>
  <PresentationFormat>A4 Paper (210x297 mm)</PresentationFormat>
  <Paragraphs>249</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89</cp:revision>
  <dcterms:created xsi:type="dcterms:W3CDTF">2024-06-13T04:30:46Z</dcterms:created>
  <dcterms:modified xsi:type="dcterms:W3CDTF">2025-08-05T05:38:50Z</dcterms:modified>
</cp:coreProperties>
</file>