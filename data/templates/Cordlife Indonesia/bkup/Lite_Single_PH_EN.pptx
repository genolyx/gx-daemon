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06" autoAdjust="0"/>
  </p:normalViewPr>
  <p:slideViewPr>
    <p:cSldViewPr snapToGrid="0">
      <p:cViewPr varScale="1">
        <p:scale>
          <a:sx n="179" d="100"/>
          <a:sy n="179" d="100"/>
        </p:scale>
        <p:origin x="4744"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55021955"/>
              </p:ext>
            </p:extLst>
          </p:nvPr>
        </p:nvGraphicFramePr>
        <p:xfrm>
          <a:off x="446345" y="3545404"/>
          <a:ext cx="5984582" cy="195834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CDF12F14-840D-9A64-EBA1-3A0E22EADA2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897FD15-5633-9D7D-27D1-DBC1703210EE}"/>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EE314B3-1972-8A35-9A62-499C3D5256A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A1F5054E-7CD1-BC56-41D2-D5271F72F210}"/>
              </a:ext>
            </a:extLst>
          </p:cNvPr>
          <p:cNvSpPr txBox="1"/>
          <p:nvPr/>
        </p:nvSpPr>
        <p:spPr>
          <a:xfrm>
            <a:off x="424418" y="2093406"/>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16" name="TextBox 15">
            <a:extLst>
              <a:ext uri="{FF2B5EF4-FFF2-40B4-BE49-F238E27FC236}">
                <a16:creationId xmlns:a16="http://schemas.microsoft.com/office/drawing/2014/main" id="{A3394502-DDA6-5AC0-04F9-34B17B4D3D7D}"/>
              </a:ext>
            </a:extLst>
          </p:cNvPr>
          <p:cNvSpPr txBox="1"/>
          <p:nvPr/>
        </p:nvSpPr>
        <p:spPr>
          <a:xfrm>
            <a:off x="422872" y="184984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3" name="TextBox 2">
            <a:extLst>
              <a:ext uri="{FF2B5EF4-FFF2-40B4-BE49-F238E27FC236}">
                <a16:creationId xmlns:a16="http://schemas.microsoft.com/office/drawing/2014/main" id="{AB68BF0B-6C71-9C37-30A9-B8B5A2F6717C}"/>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2D21352A-AFF0-1EC3-8B1A-AA4FA1051F26}"/>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413997122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E57372BD-3746-CF17-920C-C815056E335F}"/>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6D310A00-EF43-1273-2154-8700081C1E58}"/>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11558</TotalTime>
  <Words>1706</Words>
  <Application>Microsoft Macintosh PowerPoint</Application>
  <PresentationFormat>A4 Paper (210x297 mm)</PresentationFormat>
  <Paragraphs>238</Paragraphs>
  <Slides>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97</cp:revision>
  <dcterms:created xsi:type="dcterms:W3CDTF">2024-06-13T04:30:46Z</dcterms:created>
  <dcterms:modified xsi:type="dcterms:W3CDTF">2025-08-05T05:38:40Z</dcterms:modified>
</cp:coreProperties>
</file>