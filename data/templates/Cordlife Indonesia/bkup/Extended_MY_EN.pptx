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2" autoAdjust="0"/>
  </p:normalViewPr>
  <p:slideViewPr>
    <p:cSldViewPr snapToGrid="0">
      <p:cViewPr varScale="1">
        <p:scale>
          <a:sx n="186" d="100"/>
          <a:sy n="186" d="100"/>
        </p:scale>
        <p:origin x="476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791905784"/>
              </p:ext>
            </p:extLst>
          </p:nvPr>
        </p:nvGraphicFramePr>
        <p:xfrm>
          <a:off x="446345" y="3545404"/>
          <a:ext cx="5984582" cy="284988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endPar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Calibri" panose="020F0502020204030204" pitchFamily="34" charset="0"/>
                          <a:ea typeface="Arial"/>
                          <a:cs typeface="Calibri" panose="020F0502020204030204" pitchFamily="34" charset="0"/>
                          <a:sym typeface="Arial"/>
                        </a:rPr>
                        <a:t>&gt;99/99</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B06BC0F0-7CD8-1C29-96B3-AF4EC4C80185}"/>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BB5C15DA-DD45-34AE-E79B-54AD18C3F001}"/>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883831292"/>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a:latin typeface="Calibri" panose="020F0502020204030204" pitchFamily="34" charset="0"/>
                          <a:cs typeface="Calibri" panose="020F0502020204030204" pitchFamily="34" charset="0"/>
                        </a:rPr>
                        <a:t>&lt;&lt;MD5&gt;&gt;</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BCBC31C-858C-C03C-A129-6FEEC2D7AA7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4E6BE5FB-9512-8D9F-DB4D-60FC65088FD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11230</TotalTime>
  <Words>2098</Words>
  <Application>Microsoft Macintosh PowerPoint</Application>
  <PresentationFormat>A4 Paper (210x297 mm)</PresentationFormat>
  <Paragraphs>283</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2025-08-05T05:37:36Z</dcterms:modified>
</cp:coreProperties>
</file>