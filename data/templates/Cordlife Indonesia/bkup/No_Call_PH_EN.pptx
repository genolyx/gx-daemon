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2" autoAdjust="0"/>
  </p:normalViewPr>
  <p:slideViewPr>
    <p:cSldViewPr snapToGrid="0">
      <p:cViewPr varScale="1">
        <p:scale>
          <a:sx n="136" d="100"/>
          <a:sy n="136" d="100"/>
        </p:scale>
        <p:origin x="564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8/1/25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560650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76812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8/1/25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56559761"/>
              </p:ext>
            </p:extLst>
          </p:nvPr>
        </p:nvGraphicFramePr>
        <p:xfrm>
          <a:off x="446345" y="3545404"/>
          <a:ext cx="5984582" cy="545890"/>
        </p:xfrm>
        <a:graphic>
          <a:graphicData uri="http://schemas.openxmlformats.org/drawingml/2006/table">
            <a:tbl>
              <a:tblPr firstRow="1" bandRow="1">
                <a:tableStyleId>{EB9631B5-78F2-41C9-869B-9F39066F8104}</a:tableStyleId>
              </a:tblPr>
              <a:tblGrid>
                <a:gridCol w="5984582">
                  <a:extLst>
                    <a:ext uri="{9D8B030D-6E8A-4147-A177-3AD203B41FA5}">
                      <a16:colId xmlns:a16="http://schemas.microsoft.com/office/drawing/2014/main" val="539532219"/>
                    </a:ext>
                  </a:extLst>
                </a:gridCol>
              </a:tblGrid>
              <a:tr h="545890">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23A0C91-6907-F2EA-866D-258F201A9F7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E664123-08A7-FF53-A3AA-5C39C89D10E3}"/>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F6753D8A-83F2-1F1C-1387-7275B02911F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102583"/>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59020"/>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522557"/>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5E576D5-A53C-C007-7E76-2170170C35DB}"/>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B2209844-89A6-C8B0-BD35-D4D66185A36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018145526"/>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2D2349F-85AE-05E0-F017-60422B66B38B}"/>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C2BF772-6DA3-6728-40BA-052F047AD6E9}"/>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11565</TotalTime>
  <Words>1832</Words>
  <Application>Microsoft Macintosh PowerPoint</Application>
  <PresentationFormat>A4 Paper (210x297 mm)</PresentationFormat>
  <Paragraphs>203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2025-08-01T10:52:08Z</dcterms:modified>
</cp:coreProperties>
</file>