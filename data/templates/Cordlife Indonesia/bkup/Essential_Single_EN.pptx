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60" r:id="rId2"/>
    <p:sldId id="258" r:id="rId3"/>
    <p:sldId id="26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43" autoAdjust="0"/>
    <p:restoredTop sz="90842" autoAdjust="0"/>
  </p:normalViewPr>
  <p:slideViewPr>
    <p:cSldViewPr snapToGrid="0">
      <p:cViewPr varScale="1">
        <p:scale>
          <a:sx n="184" d="100"/>
          <a:sy n="184" d="100"/>
        </p:scale>
        <p:origin x="60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576471656"/>
              </p:ext>
            </p:extLst>
          </p:nvPr>
        </p:nvGraphicFramePr>
        <p:xfrm>
          <a:off x="446345" y="3545404"/>
          <a:ext cx="5984582" cy="19583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CEAC12FE-E6A3-D99A-0A49-354AE29AC3E8}"/>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CE8A1F6-6ACC-996A-48CE-8D936B5C5FBD}"/>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6" name="TextBox 5">
            <a:extLst>
              <a:ext uri="{FF2B5EF4-FFF2-40B4-BE49-F238E27FC236}">
                <a16:creationId xmlns:a16="http://schemas.microsoft.com/office/drawing/2014/main" id="{FADE50A5-3AC4-92EA-24E5-795BCD0BE17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2013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4418" y="2093406"/>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2872" y="184984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8" name="Rectangle 47">
            <a:extLst>
              <a:ext uri="{FF2B5EF4-FFF2-40B4-BE49-F238E27FC236}">
                <a16:creationId xmlns:a16="http://schemas.microsoft.com/office/drawing/2014/main" id="{3338E373-DCD7-027B-6E58-B8B9F4106157}"/>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3315ED77-D6D6-E882-D199-32DA7C5575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50" name="Rectangle 49">
            <a:extLst>
              <a:ext uri="{FF2B5EF4-FFF2-40B4-BE49-F238E27FC236}">
                <a16:creationId xmlns:a16="http://schemas.microsoft.com/office/drawing/2014/main" id="{275401CF-2876-D338-30E1-ED57B3EC17D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23656644-E61C-3FF6-930F-3BEFC8F91B5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53" name="TextBox 52">
            <a:extLst>
              <a:ext uri="{FF2B5EF4-FFF2-40B4-BE49-F238E27FC236}">
                <a16:creationId xmlns:a16="http://schemas.microsoft.com/office/drawing/2014/main" id="{99A9BB74-E254-A48D-2B0C-2D9D7476D89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73E8EA3-57CB-AFD7-CCB2-2F1C880F7AEA}"/>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50353C66-1A78-F05C-A7D3-E51C3ACE620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1248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C09A8F5A-D48F-687A-CAD8-0587A2AEDA5E}"/>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2" name="TextBox 1">
            <a:extLst>
              <a:ext uri="{FF2B5EF4-FFF2-40B4-BE49-F238E27FC236}">
                <a16:creationId xmlns:a16="http://schemas.microsoft.com/office/drawing/2014/main" id="{8451BEA2-8257-36E1-23F6-946E0252DAE0}"/>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161234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13218</TotalTime>
  <Words>1667</Words>
  <Application>Microsoft Macintosh PowerPoint</Application>
  <PresentationFormat>A4 Paper (210x297 mm)</PresentationFormat>
  <Paragraphs>232</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124</cp:revision>
  <dcterms:created xsi:type="dcterms:W3CDTF">2024-06-13T04:30:46Z</dcterms:created>
  <dcterms:modified xsi:type="dcterms:W3CDTF">2025-08-05T05:42:32Z</dcterms:modified>
</cp:coreProperties>
</file>