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87" autoAdjust="0"/>
    <p:restoredTop sz="90814" autoAdjust="0"/>
  </p:normalViewPr>
  <p:slideViewPr>
    <p:cSldViewPr snapToGrid="0">
      <p:cViewPr varScale="1">
        <p:scale>
          <a:sx n="162" d="100"/>
          <a:sy n="162" d="100"/>
        </p:scale>
        <p:origin x="42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82331219"/>
              </p:ext>
            </p:extLst>
          </p:nvPr>
        </p:nvGraphicFramePr>
        <p:xfrm>
          <a:off x="446345" y="3545404"/>
          <a:ext cx="5984582" cy="21183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60C30E7E-8865-9D46-E3C2-C3CA7D56611C}"/>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68D72B2-4100-28D6-1CAF-94C83680BFB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84781718"/>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FC99E7-602F-A434-124B-AE53A3523C4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72FBDC47-E10E-07B3-6D5C-6CCFCA3A0B1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11232</TotalTime>
  <Words>2023</Words>
  <Application>Microsoft Macintosh PowerPoint</Application>
  <PresentationFormat>A4 Paper (210x297 mm)</PresentationFormat>
  <Paragraphs>265</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2025-08-05T05:40:24Z</dcterms:modified>
</cp:coreProperties>
</file>