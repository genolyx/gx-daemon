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40" r:id="rId2"/>
    <p:sldId id="341"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ng Kong" id="{E9ACCF87-03BC-4AB8-AB7F-163DDA8A2C49}">
          <p14:sldIdLst/>
        </p14:section>
        <p14:section name="Hong Kong version" id="{1BC3D3C4-929D-40D4-A52A-066B8F9AF03F}">
          <p14:sldIdLst>
            <p14:sldId id="340"/>
            <p14:sldId id="341"/>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7" autoAdjust="0"/>
  </p:normalViewPr>
  <p:slideViewPr>
    <p:cSldViewPr snapToGrid="0">
      <p:cViewPr varScale="1">
        <p:scale>
          <a:sx n="150" d="100"/>
          <a:sy n="150" d="100"/>
        </p:scale>
        <p:origin x="57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8/1/25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62702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8/1/25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NA</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7422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0377AA96-D5DD-60DA-BB6F-97D671D82B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9" name="TextBox 8">
            <a:extLst>
              <a:ext uri="{FF2B5EF4-FFF2-40B4-BE49-F238E27FC236}">
                <a16:creationId xmlns:a16="http://schemas.microsoft.com/office/drawing/2014/main" id="{219DD452-4A7F-1546-4110-88F211464B8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8012B77-FB6A-D207-5D5B-1AA20CE3049D}"/>
              </a:ext>
            </a:extLst>
          </p:cNvPr>
          <p:cNvSpPr txBox="1"/>
          <p:nvPr/>
        </p:nvSpPr>
        <p:spPr>
          <a:xfrm>
            <a:off x="446345" y="9203303"/>
            <a:ext cx="1165704"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27" name="Rectangle: Rounded Corners 26">
            <a:extLst>
              <a:ext uri="{FF2B5EF4-FFF2-40B4-BE49-F238E27FC236}">
                <a16:creationId xmlns:a16="http://schemas.microsoft.com/office/drawing/2014/main" id="{54A9A9BA-2CD0-FD62-010D-DECF988F6010}"/>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6ADD0727-D545-C7F4-634E-BCE2A3DA86FE}"/>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3F3595C-4A9A-C62A-E7AD-D66543DAE6BA}"/>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E1A0DB3-54C9-76C6-E49F-73A51AF4DA5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3" name="TextBox 12">
            <a:extLst>
              <a:ext uri="{FF2B5EF4-FFF2-40B4-BE49-F238E27FC236}">
                <a16:creationId xmlns:a16="http://schemas.microsoft.com/office/drawing/2014/main" id="{A5AB032F-4C0E-7E75-E9EB-9C8F5C79C7B7}"/>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No Call</a:t>
            </a:r>
            <a:endParaRPr lang="en-US" sz="1100" dirty="0">
              <a:latin typeface="Calibri" panose="020F0502020204030204" pitchFamily="34" charset="0"/>
              <a:ea typeface="Calibri"/>
              <a:cs typeface="Calibri" panose="020F0502020204030204" pitchFamily="34" charset="0"/>
              <a:sym typeface="Calibri"/>
            </a:endParaRPr>
          </a:p>
        </p:txBody>
      </p:sp>
      <p:graphicFrame>
        <p:nvGraphicFramePr>
          <p:cNvPr id="2" name="Table 1">
            <a:extLst>
              <a:ext uri="{FF2B5EF4-FFF2-40B4-BE49-F238E27FC236}">
                <a16:creationId xmlns:a16="http://schemas.microsoft.com/office/drawing/2014/main" id="{50BDDCE5-2D00-F7E9-3269-61889A3DEA82}"/>
              </a:ext>
            </a:extLst>
          </p:cNvPr>
          <p:cNvGraphicFramePr>
            <a:graphicFrameLocks noGrp="1"/>
          </p:cNvGraphicFramePr>
          <p:nvPr>
            <p:extLst>
              <p:ext uri="{D42A27DB-BD31-4B8C-83A1-F6EECF244321}">
                <p14:modId xmlns:p14="http://schemas.microsoft.com/office/powerpoint/2010/main" val="451584739"/>
              </p:ext>
            </p:extLst>
          </p:nvPr>
        </p:nvGraphicFramePr>
        <p:xfrm>
          <a:off x="446345" y="3545404"/>
          <a:ext cx="5984582" cy="545890"/>
        </p:xfrm>
        <a:graphic>
          <a:graphicData uri="http://schemas.openxmlformats.org/drawingml/2006/table">
            <a:tbl>
              <a:tblPr firstRow="1" bandRow="1">
                <a:tableStyleId>{EB9631B5-78F2-41C9-869B-9F39066F8104}</a:tableStyleId>
              </a:tblPr>
              <a:tblGrid>
                <a:gridCol w="5984582">
                  <a:extLst>
                    <a:ext uri="{9D8B030D-6E8A-4147-A177-3AD203B41FA5}">
                      <a16:colId xmlns:a16="http://schemas.microsoft.com/office/drawing/2014/main" val="539532219"/>
                    </a:ext>
                  </a:extLst>
                </a:gridCol>
              </a:tblGrid>
              <a:tr h="545890">
                <a:tc>
                  <a:txBody>
                    <a:bodyPr/>
                    <a:lstStyle/>
                    <a:p>
                      <a:pPr algn="l"/>
                      <a:r>
                        <a:rPr lang="en-US" sz="1050" b="0">
                          <a:solidFill>
                            <a:schemeClr val="tx1"/>
                          </a:solidFill>
                          <a:latin typeface="Calibri" panose="020F0502020204030204" pitchFamily="34" charset="0"/>
                          <a:cs typeface="Calibri" panose="020F0502020204030204" pitchFamily="34" charset="0"/>
                        </a:rPr>
                        <a:t>&lt;&lt;Interpretation&gt;&gt;</a:t>
                      </a:r>
                      <a:endParaRPr lang="en-US" sz="10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bl>
          </a:graphicData>
        </a:graphic>
      </p:graphicFrame>
      <p:sp>
        <p:nvSpPr>
          <p:cNvPr id="5" name="TextBox 4">
            <a:extLst>
              <a:ext uri="{FF2B5EF4-FFF2-40B4-BE49-F238E27FC236}">
                <a16:creationId xmlns:a16="http://schemas.microsoft.com/office/drawing/2014/main" id="{7FC5EB6D-D2EA-0B2E-C82F-5ACAC5A9913B}"/>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EE648798-D489-F4F1-CD88-725C5F88E47C}"/>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2004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4418" y="2102583"/>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2872" y="1859020"/>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24396" y="3522557"/>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pic>
        <p:nvPicPr>
          <p:cNvPr id="18" name="Picture 17">
            <a:extLst>
              <a:ext uri="{FF2B5EF4-FFF2-40B4-BE49-F238E27FC236}">
                <a16:creationId xmlns:a16="http://schemas.microsoft.com/office/drawing/2014/main" id="{E18D27C2-D3DD-5020-619F-EF12EC57E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8" name="TextBox 27">
            <a:extLst>
              <a:ext uri="{FF2B5EF4-FFF2-40B4-BE49-F238E27FC236}">
                <a16:creationId xmlns:a16="http://schemas.microsoft.com/office/drawing/2014/main" id="{EBCC1B0D-6385-50F0-3E27-888C3C8BD82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560F6E5-72BC-6AB6-31A1-9A190496C162}"/>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4" name="Rectangle: Rounded Corners 13">
            <a:extLst>
              <a:ext uri="{FF2B5EF4-FFF2-40B4-BE49-F238E27FC236}">
                <a16:creationId xmlns:a16="http://schemas.microsoft.com/office/drawing/2014/main" id="{1DE05240-10CC-3980-503B-4C07AF93046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4EE5B8A2-B21D-7996-66D4-2465F77EE26A}"/>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10CDD7C-B043-462A-D6D2-80BFC239CAA3}"/>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7FDBCD2E-5443-A177-D902-C1E3B55FCD8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 name="TextBox 1">
            <a:extLst>
              <a:ext uri="{FF2B5EF4-FFF2-40B4-BE49-F238E27FC236}">
                <a16:creationId xmlns:a16="http://schemas.microsoft.com/office/drawing/2014/main" id="{5F421878-C97F-52B7-D11F-2F3C5F70270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779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2647149350"/>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210DDD2D-54FC-E921-1A8B-EB3171C17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 name="TextBox 1">
            <a:extLst>
              <a:ext uri="{FF2B5EF4-FFF2-40B4-BE49-F238E27FC236}">
                <a16:creationId xmlns:a16="http://schemas.microsoft.com/office/drawing/2014/main" id="{77BC69F4-BC32-B86F-01BE-675A082396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6475CB-D6F9-419F-4AA3-3A2398CC535F}"/>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11" name="TextBox 10">
            <a:extLst>
              <a:ext uri="{FF2B5EF4-FFF2-40B4-BE49-F238E27FC236}">
                <a16:creationId xmlns:a16="http://schemas.microsoft.com/office/drawing/2014/main" id="{98A67E6F-7861-7307-3838-B85957F99B02}"/>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sp>
        <p:nvSpPr>
          <p:cNvPr id="20" name="TextBox 19">
            <a:extLst>
              <a:ext uri="{FF2B5EF4-FFF2-40B4-BE49-F238E27FC236}">
                <a16:creationId xmlns:a16="http://schemas.microsoft.com/office/drawing/2014/main" id="{30B754FE-2293-E11B-9C1E-4A6C0258DE2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B12B9E64-17F1-44BB-2354-4BA13081791A}"/>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9" name="TextBox 8">
            <a:extLst>
              <a:ext uri="{FF2B5EF4-FFF2-40B4-BE49-F238E27FC236}">
                <a16:creationId xmlns:a16="http://schemas.microsoft.com/office/drawing/2014/main" id="{0537BACA-0072-AA77-16E6-3ADCDC306A9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10955</TotalTime>
  <Words>1821</Words>
  <Application>Microsoft Macintosh PowerPoint</Application>
  <PresentationFormat>A4 Paper (210x297 mm)</PresentationFormat>
  <Paragraphs>200</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91</cp:revision>
  <dcterms:created xsi:type="dcterms:W3CDTF">2024-06-13T04:30:46Z</dcterms:created>
  <dcterms:modified xsi:type="dcterms:W3CDTF">2025-08-01T10:52:28Z</dcterms:modified>
</cp:coreProperties>
</file>