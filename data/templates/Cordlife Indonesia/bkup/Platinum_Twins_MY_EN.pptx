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8" autoAdjust="0"/>
  </p:normalViewPr>
  <p:slideViewPr>
    <p:cSldViewPr snapToGrid="0">
      <p:cViewPr varScale="1">
        <p:scale>
          <a:sx n="130" d="100"/>
          <a:sy n="130" d="100"/>
        </p:scale>
        <p:origin x="54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183457706"/>
              </p:ext>
            </p:extLst>
          </p:nvPr>
        </p:nvGraphicFramePr>
        <p:xfrm>
          <a:off x="446345" y="3545404"/>
          <a:ext cx="5984582" cy="22098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2C1D0B8C-967D-1984-A165-EA77A51FC21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48790F0-D585-FFE9-E86B-C1FB371E71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148617"/>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200E001-AD3E-0601-B2FF-33EB4FD4A8E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3A9266B2-2FE1-5798-5543-C58FC9E2F12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2047</Words>
  <Application>Microsoft Macintosh PowerPoint</Application>
  <PresentationFormat>A4 Paper (210x297 mm)</PresentationFormat>
  <Paragraphs>268</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96</cp:revision>
  <dcterms:created xsi:type="dcterms:W3CDTF">2024-06-13T04:30:46Z</dcterms:created>
  <dcterms:modified xsi:type="dcterms:W3CDTF">2025-08-05T05:39:38Z</dcterms:modified>
</cp:coreProperties>
</file>