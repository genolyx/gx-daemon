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18" autoAdjust="0"/>
  </p:normalViewPr>
  <p:slideViewPr>
    <p:cSldViewPr snapToGrid="0">
      <p:cViewPr varScale="1">
        <p:scale>
          <a:sx n="157" d="100"/>
          <a:sy n="157" d="100"/>
        </p:scale>
        <p:origin x="567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703299472"/>
              </p:ext>
            </p:extLst>
          </p:nvPr>
        </p:nvGraphicFramePr>
        <p:xfrm>
          <a:off x="446345" y="3545404"/>
          <a:ext cx="5984582" cy="318516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C4DDB5E4-2E04-7086-3B22-1B98139CDE04}"/>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CCE6C04E-4694-B867-690B-0CD753C5E77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6148617"/>
              </p:ext>
            </p:extLst>
          </p:nvPr>
        </p:nvGraphicFramePr>
        <p:xfrm>
          <a:off x="464687" y="2286588"/>
          <a:ext cx="5984584" cy="179053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7DBB7BA-F20E-990B-F22D-8ED6DA82682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2E606AF2-D137-32C5-553F-807AD12C6D99}"/>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11229</TotalTime>
  <Words>2115</Words>
  <Application>Microsoft Macintosh PowerPoint</Application>
  <PresentationFormat>A4 Paper (210x297 mm)</PresentationFormat>
  <Paragraphs>288</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95</cp:revision>
  <dcterms:created xsi:type="dcterms:W3CDTF">2024-06-13T04:30:46Z</dcterms:created>
  <dcterms:modified xsi:type="dcterms:W3CDTF">2025-08-05T05:39:30Z</dcterms:modified>
</cp:coreProperties>
</file>