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40" r:id="rId2"/>
    <p:sldId id="341"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22" autoAdjust="0"/>
  </p:normalViewPr>
  <p:slideViewPr>
    <p:cSldViewPr snapToGrid="0">
      <p:cViewPr varScale="1">
        <p:scale>
          <a:sx n="200" d="100"/>
          <a:sy n="200" d="100"/>
        </p:scale>
        <p:origin x="61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014677360"/>
              </p:ext>
            </p:extLst>
          </p:nvPr>
        </p:nvGraphicFramePr>
        <p:xfrm>
          <a:off x="446345" y="3545404"/>
          <a:ext cx="5984582" cy="20650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148F37DC-EF2A-CF28-F524-8A8BCA29F49E}"/>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FF8E32A-107A-C466-B2D2-CC9F4D1973D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734386386"/>
              </p:ext>
            </p:extLst>
          </p:nvPr>
        </p:nvGraphicFramePr>
        <p:xfrm>
          <a:off x="464687" y="2286588"/>
          <a:ext cx="5984584" cy="179053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22A2023E-DAF4-A0FF-169D-86C1CB7B8F23}"/>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1053470083"/>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FED3617A-1862-7086-91C3-2B6E202FDE5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10952</TotalTime>
  <Words>2039</Words>
  <Application>Microsoft Macintosh PowerPoint</Application>
  <PresentationFormat>A4 Paper (210x297 mm)</PresentationFormat>
  <Paragraphs>268</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93</cp:revision>
  <dcterms:created xsi:type="dcterms:W3CDTF">2024-06-13T04:30:46Z</dcterms:created>
  <dcterms:modified xsi:type="dcterms:W3CDTF">2025-08-05T05:38:21Z</dcterms:modified>
</cp:coreProperties>
</file>