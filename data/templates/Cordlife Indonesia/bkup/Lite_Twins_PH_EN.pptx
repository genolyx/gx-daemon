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91" r:id="rId2"/>
    <p:sldId id="292"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15" autoAdjust="0"/>
  </p:normalViewPr>
  <p:slideViewPr>
    <p:cSldViewPr snapToGrid="0">
      <p:cViewPr varScale="1">
        <p:scale>
          <a:sx n="174" d="100"/>
          <a:sy n="174" d="100"/>
        </p:scale>
        <p:origin x="58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720585255"/>
              </p:ext>
            </p:extLst>
          </p:nvPr>
        </p:nvGraphicFramePr>
        <p:xfrm>
          <a:off x="446345" y="3545404"/>
          <a:ext cx="5984582" cy="10439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A82573-1BEF-EEDE-B505-9B1F425503F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CBAB1B1-E92B-DC17-CE6F-DA502141E09F}"/>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12AF3392-FD20-8AC2-1CF2-3579660F2921}"/>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A1F5054E-7CD1-BC56-41D2-D5271F72F210}"/>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16" name="TextBox 15">
            <a:extLst>
              <a:ext uri="{FF2B5EF4-FFF2-40B4-BE49-F238E27FC236}">
                <a16:creationId xmlns:a16="http://schemas.microsoft.com/office/drawing/2014/main" id="{A3394502-DDA6-5AC0-04F9-34B17B4D3D7D}"/>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3" name="TextBox 2">
            <a:extLst>
              <a:ext uri="{FF2B5EF4-FFF2-40B4-BE49-F238E27FC236}">
                <a16:creationId xmlns:a16="http://schemas.microsoft.com/office/drawing/2014/main" id="{21C90C8F-BAD2-49AF-C318-A5C8D0631F05}"/>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EDDC8A7F-7E45-2DB7-F6D2-AAA345174B0A}"/>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1767702136"/>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B89C5A3-43D5-DA13-E8F5-C77DB13EE2FF}"/>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3CA83D4A-C8A6-F275-E4DB-4B7A17300084}"/>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11556</TotalTime>
  <Words>1638</Words>
  <Application>Microsoft Macintosh PowerPoint</Application>
  <PresentationFormat>A4 Paper (210x297 mm)</PresentationFormat>
  <Paragraphs>218</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94</cp:revision>
  <dcterms:created xsi:type="dcterms:W3CDTF">2024-06-13T04:30:46Z</dcterms:created>
  <dcterms:modified xsi:type="dcterms:W3CDTF">2025-08-05T05:38:56Z</dcterms:modified>
</cp:coreProperties>
</file>