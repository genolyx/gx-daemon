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0" r:id="rId2"/>
    <p:sldId id="258" r:id="rId3"/>
    <p:sldId id="26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5" autoAdjust="0"/>
  </p:normalViewPr>
  <p:slideViewPr>
    <p:cSldViewPr snapToGrid="0">
      <p:cViewPr varScale="1">
        <p:scale>
          <a:sx n="126" d="100"/>
          <a:sy n="126" d="100"/>
        </p:scale>
        <p:origin x="505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540648829"/>
              </p:ext>
            </p:extLst>
          </p:nvPr>
        </p:nvGraphicFramePr>
        <p:xfrm>
          <a:off x="446345" y="3545404"/>
          <a:ext cx="5984582" cy="10439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675BA76-E699-E54C-C48A-8FD84B85E72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64E20C7-A7B7-EFF4-1920-581591256D6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1EFA5DDC-CE3B-CBC2-C144-83886E12F38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2013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7F8956D-11EB-2A7F-D0DD-7DF2167261D6}"/>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D07BF1B6-7084-4B07-49F9-2420BD8B012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5429478-4464-3537-9064-7631B552F7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0DDC71D2-12F7-1581-F781-8AA5AC65D78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61234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13217</TotalTime>
  <Words>1599</Words>
  <Application>Microsoft Macintosh PowerPoint</Application>
  <PresentationFormat>A4 Paper (210x297 mm)</PresentationFormat>
  <Paragraphs>212</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126</cp:revision>
  <dcterms:created xsi:type="dcterms:W3CDTF">2024-06-13T04:30:46Z</dcterms:created>
  <dcterms:modified xsi:type="dcterms:W3CDTF">2025-08-05T05:37:11Z</dcterms:modified>
</cp:coreProperties>
</file>