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30" r:id="rId2"/>
    <p:sldId id="331" r:id="rId3"/>
    <p:sldId id="332" r:id="rId4"/>
    <p:sldId id="33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 id="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20" autoAdjust="0"/>
  </p:normalViewPr>
  <p:slideViewPr>
    <p:cSldViewPr snapToGrid="0">
      <p:cViewPr varScale="1">
        <p:scale>
          <a:sx n="185" d="100"/>
          <a:sy n="185" d="100"/>
        </p:scale>
        <p:origin x="55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535751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960023321"/>
              </p:ext>
            </p:extLst>
          </p:nvPr>
        </p:nvGraphicFramePr>
        <p:xfrm>
          <a:off x="446345" y="3545404"/>
          <a:ext cx="5984582" cy="318516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44370790-1072-A78F-D582-426271EE3103}"/>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536E9186-37BD-3C57-136A-F45EA221AB2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884273870"/>
              </p:ext>
            </p:extLst>
          </p:nvPr>
        </p:nvGraphicFramePr>
        <p:xfrm>
          <a:off x="464687" y="2286588"/>
          <a:ext cx="5984584" cy="215629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endParaRPr lang="en-US" sz="900" b="1" dirty="0"/>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BA35377-A1B0-0567-B4DF-23212793BC2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915E55E8-28B7-225F-89C0-B03B6F966D9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81865893"/>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707815647"/>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3822890715"/>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1936594763"/>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27956119"/>
                  </a:ext>
                </a:extLst>
              </a:tr>
            </a:tbl>
          </a:graphicData>
        </a:graphic>
      </p:graphicFrame>
      <p:pic>
        <p:nvPicPr>
          <p:cNvPr id="7" name="Picture 6">
            <a:extLst>
              <a:ext uri="{FF2B5EF4-FFF2-40B4-BE49-F238E27FC236}">
                <a16:creationId xmlns:a16="http://schemas.microsoft.com/office/drawing/2014/main" id="{A73CEACC-265A-CA7F-5CCF-902440DAC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8" name="Rectangle 17">
            <a:extLst>
              <a:ext uri="{FF2B5EF4-FFF2-40B4-BE49-F238E27FC236}">
                <a16:creationId xmlns:a16="http://schemas.microsoft.com/office/drawing/2014/main" id="{A2078478-34DC-8549-917F-78AD86AF022B}"/>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AE6E8258-AE62-7B86-0CDC-1E90D23116BB}"/>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037BEAC5-6F54-A730-F1DD-0C20F239A7D5}"/>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BE4D1A1F-5FEC-2168-4349-B5412B318E6C}"/>
              </a:ext>
            </a:extLst>
          </p:cNvPr>
          <p:cNvSpPr/>
          <p:nvPr/>
        </p:nvSpPr>
        <p:spPr>
          <a:xfrm>
            <a:off x="446345" y="9243237"/>
            <a:ext cx="5252706" cy="481157"/>
          </a:xfrm>
          <a:prstGeom prst="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4C39B5C9-40A2-F4A8-D13C-82CEEF74956D}"/>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5" name="TextBox 34">
            <a:extLst>
              <a:ext uri="{FF2B5EF4-FFF2-40B4-BE49-F238E27FC236}">
                <a16:creationId xmlns:a16="http://schemas.microsoft.com/office/drawing/2014/main" id="{46873707-8DEA-0E0B-DA8F-28DEC8FB14DB}"/>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2" name="Rectangle 1">
            <a:extLst>
              <a:ext uri="{FF2B5EF4-FFF2-40B4-BE49-F238E27FC236}">
                <a16:creationId xmlns:a16="http://schemas.microsoft.com/office/drawing/2014/main" id="{F66DC8AC-9EBA-9584-E47F-76980ADC7FF4}"/>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DA66B46-15EA-E319-A636-4C8E080FBB8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7056F6F-7937-BEF1-24CB-5179B97083EC}"/>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6" name="TextBox 5">
            <a:extLst>
              <a:ext uri="{FF2B5EF4-FFF2-40B4-BE49-F238E27FC236}">
                <a16:creationId xmlns:a16="http://schemas.microsoft.com/office/drawing/2014/main" id="{235ED051-57C3-7109-2769-7D17FA639804}"/>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8" name="TextBox 7">
            <a:extLst>
              <a:ext uri="{FF2B5EF4-FFF2-40B4-BE49-F238E27FC236}">
                <a16:creationId xmlns:a16="http://schemas.microsoft.com/office/drawing/2014/main" id="{FB4FA4A5-1EFD-1D8E-38EA-BC0F910D5F7E}"/>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4570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11229</TotalTime>
  <Words>2735</Words>
  <Application>Microsoft Macintosh PowerPoint</Application>
  <PresentationFormat>A4 Paper (210x297 mm)</PresentationFormat>
  <Paragraphs>432</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94</cp:revision>
  <dcterms:created xsi:type="dcterms:W3CDTF">2024-06-13T04:30:46Z</dcterms:created>
  <dcterms:modified xsi:type="dcterms:W3CDTF">2025-08-05T05:39:10Z</dcterms:modified>
</cp:coreProperties>
</file>