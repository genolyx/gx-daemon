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91" r:id="rId2"/>
    <p:sldId id="292" r:id="rId3"/>
    <p:sldId id="343" r:id="rId4"/>
    <p:sldId id="342"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3"/>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3" autoAdjust="0"/>
  </p:normalViewPr>
  <p:slideViewPr>
    <p:cSldViewPr snapToGrid="0">
      <p:cViewPr varScale="1">
        <p:scale>
          <a:sx n="176" d="100"/>
          <a:sy n="176" d="100"/>
        </p:scale>
        <p:origin x="5816"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3</a:t>
            </a:fld>
            <a:endParaRPr lang="en-US"/>
          </a:p>
        </p:txBody>
      </p:sp>
    </p:spTree>
    <p:extLst>
      <p:ext uri="{BB962C8B-B14F-4D97-AF65-F5344CB8AC3E}">
        <p14:creationId xmlns:p14="http://schemas.microsoft.com/office/powerpoint/2010/main" val="3525368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646251475"/>
              </p:ext>
            </p:extLst>
          </p:nvPr>
        </p:nvGraphicFramePr>
        <p:xfrm>
          <a:off x="446345" y="3545404"/>
          <a:ext cx="5984582" cy="29794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31CB861-13A7-BE01-12E1-6BA00AC49FC8}"/>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F982DF7-FCD4-FD59-F219-929CE7284AE3}"/>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4B874DAC-E7E0-3CBE-785B-09CA83580524}"/>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50129488"/>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16757973-0DB8-73A2-6CF5-CEDADD3E1865}"/>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DDDF7A43-63F3-2051-2E5C-6E955CBABDF6}"/>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1606329653"/>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786348478"/>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233156"/>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Wolf-Hirschhorn syndrome </a:t>
                      </a:r>
                    </a:p>
                    <a:p>
                      <a:pPr algn="ctr"/>
                      <a:r>
                        <a:rPr lang="en-US" sz="650" b="0"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3268985"/>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fr-FR" sz="650" b="0" dirty="0">
                          <a:latin typeface="Calibri" panose="020F0502020204030204" pitchFamily="34" charset="0"/>
                          <a:cs typeface="Calibri" panose="020F0502020204030204" pitchFamily="34" charset="0"/>
                        </a:rPr>
                        <a:t>Cri Du Chat syndrome  (5p-)</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34772649"/>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1917872"/>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2703226697"/>
              </p:ext>
            </p:extLst>
          </p:nvPr>
        </p:nvGraphicFramePr>
        <p:xfrm>
          <a:off x="2055851" y="2303049"/>
          <a:ext cx="1494000" cy="66294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latin typeface="Calibri" panose="020F0502020204030204" pitchFamily="34" charset="0"/>
                          <a:cs typeface="Calibri" panose="020F0502020204030204" pitchFamily="34" charset="0"/>
                        </a:rPr>
                        <a:t>Williams-Beuren syndrome </a:t>
                      </a:r>
                    </a:p>
                    <a:p>
                      <a:pPr algn="ctr"/>
                      <a:r>
                        <a:rPr lang="en-US" sz="650" b="0" dirty="0">
                          <a:latin typeface="Calibri" panose="020F0502020204030204" pitchFamily="34" charset="0"/>
                          <a:cs typeface="Calibri" panose="020F0502020204030204" pitchFamily="34" charset="0"/>
                        </a:rPr>
                        <a:t>(7q11.23 deletion)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889784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74192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16125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8219414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922438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Jacobsen syndrome (11q23.3-q25)</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580911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1605928309"/>
              </p:ext>
            </p:extLst>
          </p:nvPr>
        </p:nvGraphicFramePr>
        <p:xfrm>
          <a:off x="3677663" y="2289597"/>
          <a:ext cx="1494000" cy="64465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229877574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1782796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77078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35488240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35238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203242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Prader-</a:t>
                      </a:r>
                      <a:r>
                        <a:rPr lang="en-US" sz="650" b="0" dirty="0" err="1">
                          <a:solidFill>
                            <a:schemeClr val="tx1"/>
                          </a:solidFill>
                          <a:latin typeface="Calibri" panose="020F0502020204030204" pitchFamily="34" charset="0"/>
                          <a:cs typeface="Calibri" panose="020F0502020204030204" pitchFamily="34" charset="0"/>
                        </a:rPr>
                        <a:t>willi</a:t>
                      </a:r>
                      <a:r>
                        <a:rPr lang="en-US" sz="650" b="0" dirty="0">
                          <a:solidFill>
                            <a:schemeClr val="tx1"/>
                          </a:solidFill>
                          <a:latin typeface="Calibri" panose="020F0502020204030204" pitchFamily="34" charset="0"/>
                          <a:cs typeface="Calibri" panose="020F0502020204030204" pitchFamily="34" charset="0"/>
                        </a:rPr>
                        <a:t>/Angelman syndrome (15q11.2-q13)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3380874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863690914"/>
              </p:ext>
            </p:extLst>
          </p:nvPr>
        </p:nvGraphicFramePr>
        <p:xfrm>
          <a:off x="5280740" y="2278021"/>
          <a:ext cx="1494000" cy="59436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1643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6310527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38785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250973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75954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46128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167670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604980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(22q11.2)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8278809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pic>
        <p:nvPicPr>
          <p:cNvPr id="7" name="Picture 2" descr="Home">
            <a:extLst>
              <a:ext uri="{FF2B5EF4-FFF2-40B4-BE49-F238E27FC236}">
                <a16:creationId xmlns:a16="http://schemas.microsoft.com/office/drawing/2014/main" id="{99BD21B9-9BA6-3EFE-9D5B-D51506BC8B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9A8B0E2-8E76-8D21-1AE9-6D0598FD46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15279D2-939D-F618-C1CD-3C91F4B2B7ED}"/>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354459C5-855E-B045-B79F-CCE80653A4D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22867E51-B22F-D2F3-7891-19EBC6A460E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7C642A5-4472-99F8-3C85-6646D417696D}"/>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D8C8094-FD7B-1912-CADB-D3E648A561DE}"/>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3" name="TextBox 2">
            <a:extLst>
              <a:ext uri="{FF2B5EF4-FFF2-40B4-BE49-F238E27FC236}">
                <a16:creationId xmlns:a16="http://schemas.microsoft.com/office/drawing/2014/main" id="{9C39706B-E526-D596-02AF-C6552289FA6D}"/>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1891985867"/>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FBC1140-2A5F-C187-0DD8-92DE09D09A41}"/>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E08ECB23-0435-C10C-E5CD-397D22A39021}"/>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11557</TotalTime>
  <Words>2775</Words>
  <Application>Microsoft Macintosh PowerPoint</Application>
  <PresentationFormat>A4 Paper (210x297 mm)</PresentationFormat>
  <Paragraphs>446</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93</cp:revision>
  <dcterms:created xsi:type="dcterms:W3CDTF">2024-06-13T04:30:46Z</dcterms:created>
  <dcterms:modified xsi:type="dcterms:W3CDTF">2025-08-05T05:41:22Z</dcterms:modified>
</cp:coreProperties>
</file>