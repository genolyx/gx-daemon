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60" r:id="rId2"/>
    <p:sldId id="258" r:id="rId3"/>
    <p:sldId id="26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40" autoAdjust="0"/>
  </p:normalViewPr>
  <p:slideViewPr>
    <p:cSldViewPr snapToGrid="0">
      <p:cViewPr varScale="1">
        <p:scale>
          <a:sx n="148" d="100"/>
          <a:sy n="148" d="100"/>
        </p:scale>
        <p:origin x="577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540648829"/>
              </p:ext>
            </p:extLst>
          </p:nvPr>
        </p:nvGraphicFramePr>
        <p:xfrm>
          <a:off x="446345" y="3545404"/>
          <a:ext cx="5984582" cy="10439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6" y="9427924"/>
            <a:ext cx="4452665"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C675BA76-E699-E54C-C48A-8FD84B85E724}"/>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D64E20C7-A7B7-EFF4-1920-581591256D60}"/>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6" name="TextBox 5">
            <a:extLst>
              <a:ext uri="{FF2B5EF4-FFF2-40B4-BE49-F238E27FC236}">
                <a16:creationId xmlns:a16="http://schemas.microsoft.com/office/drawing/2014/main" id="{1EFA5DDC-CE3B-CBC2-C144-83886E12F38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2013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24418" y="2093406"/>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22872" y="184984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6" y="9427924"/>
            <a:ext cx="4073103"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8" name="Rectangle 47">
            <a:extLst>
              <a:ext uri="{FF2B5EF4-FFF2-40B4-BE49-F238E27FC236}">
                <a16:creationId xmlns:a16="http://schemas.microsoft.com/office/drawing/2014/main" id="{3338E373-DCD7-027B-6E58-B8B9F4106157}"/>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9" name="Rectangle 48">
            <a:extLst>
              <a:ext uri="{FF2B5EF4-FFF2-40B4-BE49-F238E27FC236}">
                <a16:creationId xmlns:a16="http://schemas.microsoft.com/office/drawing/2014/main" id="{3315ED77-D6D6-E882-D199-32DA7C5575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50" name="Rectangle 49">
            <a:extLst>
              <a:ext uri="{FF2B5EF4-FFF2-40B4-BE49-F238E27FC236}">
                <a16:creationId xmlns:a16="http://schemas.microsoft.com/office/drawing/2014/main" id="{275401CF-2876-D338-30E1-ED57B3EC17D5}"/>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51" name="TextBox 50">
            <a:extLst>
              <a:ext uri="{FF2B5EF4-FFF2-40B4-BE49-F238E27FC236}">
                <a16:creationId xmlns:a16="http://schemas.microsoft.com/office/drawing/2014/main" id="{23656644-E61C-3FF6-930F-3BEFC8F91B51}"/>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53" name="TextBox 52">
            <a:extLst>
              <a:ext uri="{FF2B5EF4-FFF2-40B4-BE49-F238E27FC236}">
                <a16:creationId xmlns:a16="http://schemas.microsoft.com/office/drawing/2014/main" id="{99A9BB74-E254-A48D-2B0C-2D9D7476D89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87F8956D-11EB-2A7F-D0DD-7DF2167261D6}"/>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3" name="TextBox 2">
            <a:extLst>
              <a:ext uri="{FF2B5EF4-FFF2-40B4-BE49-F238E27FC236}">
                <a16:creationId xmlns:a16="http://schemas.microsoft.com/office/drawing/2014/main" id="{D07BF1B6-7084-4B07-49F9-2420BD8B012E}"/>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1248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55429478-4464-3537-9064-7631B552F71F}"/>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a:solidFill>
                  <a:srgbClr val="000000"/>
                </a:solidFill>
                <a:latin typeface="Calibri" panose="020F0502020204030204" pitchFamily="34" charset="0"/>
              </a:rPr>
              <a:t>QR G1.1-6-1-e</a:t>
            </a:r>
            <a:endParaRPr lang="en-ID" sz="800"/>
          </a:p>
        </p:txBody>
      </p:sp>
      <p:sp>
        <p:nvSpPr>
          <p:cNvPr id="2" name="TextBox 1">
            <a:extLst>
              <a:ext uri="{FF2B5EF4-FFF2-40B4-BE49-F238E27FC236}">
                <a16:creationId xmlns:a16="http://schemas.microsoft.com/office/drawing/2014/main" id="{0DDC71D2-12F7-1581-F781-8AA5AC65D78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161234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13217</TotalTime>
  <Words>1597</Words>
  <Application>Microsoft Macintosh PowerPoint</Application>
  <PresentationFormat>A4 Paper (210x297 mm)</PresentationFormat>
  <Paragraphs>212</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128</cp:revision>
  <dcterms:created xsi:type="dcterms:W3CDTF">2024-06-13T04:30:46Z</dcterms:created>
  <dcterms:modified xsi:type="dcterms:W3CDTF">2026-01-05T03:08:16Z</dcterms:modified>
</cp:coreProperties>
</file>