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40" r:id="rId2"/>
    <p:sldId id="341"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ng Kong" id="{E9ACCF87-03BC-4AB8-AB7F-163DDA8A2C49}">
          <p14:sldIdLst/>
        </p14:section>
        <p14:section name="Hong Kong version" id="{1BC3D3C4-929D-40D4-A52A-066B8F9AF03F}">
          <p14:sldIdLst>
            <p14:sldId id="340"/>
            <p14:sldId id="341"/>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22" autoAdjust="0"/>
  </p:normalViewPr>
  <p:slideViewPr>
    <p:cSldViewPr snapToGrid="0">
      <p:cViewPr varScale="1">
        <p:scale>
          <a:sx n="200" d="100"/>
          <a:sy n="200" d="100"/>
        </p:scale>
        <p:origin x="616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62702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014677360"/>
              </p:ext>
            </p:extLst>
          </p:nvPr>
        </p:nvGraphicFramePr>
        <p:xfrm>
          <a:off x="446345" y="3545404"/>
          <a:ext cx="5984582" cy="20650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7422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0377AA96-D5DD-60DA-BB6F-97D671D82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9" name="TextBox 8">
            <a:extLst>
              <a:ext uri="{FF2B5EF4-FFF2-40B4-BE49-F238E27FC236}">
                <a16:creationId xmlns:a16="http://schemas.microsoft.com/office/drawing/2014/main" id="{219DD452-4A7F-1546-4110-88F211464B8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012B77-FB6A-D207-5D5B-1AA20CE3049D}"/>
              </a:ext>
            </a:extLst>
          </p:cNvPr>
          <p:cNvSpPr txBox="1"/>
          <p:nvPr/>
        </p:nvSpPr>
        <p:spPr>
          <a:xfrm>
            <a:off x="446345" y="9203303"/>
            <a:ext cx="1165704"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27" name="Rectangle: Rounded Corners 26">
            <a:extLst>
              <a:ext uri="{FF2B5EF4-FFF2-40B4-BE49-F238E27FC236}">
                <a16:creationId xmlns:a16="http://schemas.microsoft.com/office/drawing/2014/main" id="{54A9A9BA-2CD0-FD62-010D-DECF988F6010}"/>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6ADD0727-D545-C7F4-634E-BCE2A3DA86FE}"/>
              </a:ext>
            </a:extLst>
          </p:cNvPr>
          <p:cNvSpPr txBox="1"/>
          <p:nvPr/>
        </p:nvSpPr>
        <p:spPr>
          <a:xfrm>
            <a:off x="498896" y="9427924"/>
            <a:ext cx="363495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3F3595C-4A9A-C62A-E7AD-D66543DAE6BA}"/>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E1A0DB3-54C9-76C6-E49F-73A51AF4DA5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3" name="TextBox 12">
            <a:extLst>
              <a:ext uri="{FF2B5EF4-FFF2-40B4-BE49-F238E27FC236}">
                <a16:creationId xmlns:a16="http://schemas.microsoft.com/office/drawing/2014/main" id="{A5AB032F-4C0E-7E75-E9EB-9C8F5C79C7B7}"/>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2" name="TextBox 1">
            <a:extLst>
              <a:ext uri="{FF2B5EF4-FFF2-40B4-BE49-F238E27FC236}">
                <a16:creationId xmlns:a16="http://schemas.microsoft.com/office/drawing/2014/main" id="{148F37DC-EF2A-CF28-F524-8A8BCA29F49E}"/>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AFF8E32A-107A-C466-B2D2-CC9F4D1973D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2004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734386386"/>
              </p:ext>
            </p:extLst>
          </p:nvPr>
        </p:nvGraphicFramePr>
        <p:xfrm>
          <a:off x="464687" y="2286588"/>
          <a:ext cx="5984584" cy="179053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 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pic>
        <p:nvPicPr>
          <p:cNvPr id="18" name="Picture 17">
            <a:extLst>
              <a:ext uri="{FF2B5EF4-FFF2-40B4-BE49-F238E27FC236}">
                <a16:creationId xmlns:a16="http://schemas.microsoft.com/office/drawing/2014/main" id="{E18D27C2-D3DD-5020-619F-EF12EC57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8" name="TextBox 27">
            <a:extLst>
              <a:ext uri="{FF2B5EF4-FFF2-40B4-BE49-F238E27FC236}">
                <a16:creationId xmlns:a16="http://schemas.microsoft.com/office/drawing/2014/main" id="{EBCC1B0D-6385-50F0-3E27-888C3C8BD82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560F6E5-72BC-6AB6-31A1-9A190496C162}"/>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4" name="Rectangle: Rounded Corners 13">
            <a:extLst>
              <a:ext uri="{FF2B5EF4-FFF2-40B4-BE49-F238E27FC236}">
                <a16:creationId xmlns:a16="http://schemas.microsoft.com/office/drawing/2014/main" id="{1DE05240-10CC-3980-503B-4C07AF93046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EE5B8A2-B21D-7996-66D4-2465F77EE26A}"/>
              </a:ext>
            </a:extLst>
          </p:cNvPr>
          <p:cNvSpPr txBox="1"/>
          <p:nvPr/>
        </p:nvSpPr>
        <p:spPr>
          <a:xfrm>
            <a:off x="498896" y="9427924"/>
            <a:ext cx="381275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10CDD7C-B043-462A-D6D2-80BFC239CAA3}"/>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FDBCD2E-5443-A177-D902-C1E3B55FCD8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0" name="TextBox 19">
            <a:extLst>
              <a:ext uri="{FF2B5EF4-FFF2-40B4-BE49-F238E27FC236}">
                <a16:creationId xmlns:a16="http://schemas.microsoft.com/office/drawing/2014/main" id="{5744D646-7AC7-D741-A059-E349A9CE3002}"/>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5" name="TextBox 4">
            <a:extLst>
              <a:ext uri="{FF2B5EF4-FFF2-40B4-BE49-F238E27FC236}">
                <a16:creationId xmlns:a16="http://schemas.microsoft.com/office/drawing/2014/main" id="{22A2023E-DAF4-A0FF-169D-86C1CB7B8F23}"/>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77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1053470083"/>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210DDD2D-54FC-E921-1A8B-EB3171C17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 name="TextBox 1">
            <a:extLst>
              <a:ext uri="{FF2B5EF4-FFF2-40B4-BE49-F238E27FC236}">
                <a16:creationId xmlns:a16="http://schemas.microsoft.com/office/drawing/2014/main" id="{77BC69F4-BC32-B86F-01BE-675A082396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475CB-D6F9-419F-4AA3-3A2398CC535F}"/>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11" name="TextBox 10">
            <a:extLst>
              <a:ext uri="{FF2B5EF4-FFF2-40B4-BE49-F238E27FC236}">
                <a16:creationId xmlns:a16="http://schemas.microsoft.com/office/drawing/2014/main" id="{98A67E6F-7861-7307-3838-B85957F99B02}"/>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sp>
        <p:nvSpPr>
          <p:cNvPr id="20" name="TextBox 19">
            <a:extLst>
              <a:ext uri="{FF2B5EF4-FFF2-40B4-BE49-F238E27FC236}">
                <a16:creationId xmlns:a16="http://schemas.microsoft.com/office/drawing/2014/main" id="{30B754FE-2293-E11B-9C1E-4A6C0258DE2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B12B9E64-17F1-44BB-2354-4BA13081791A}"/>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9" name="TextBox 8">
            <a:extLst>
              <a:ext uri="{FF2B5EF4-FFF2-40B4-BE49-F238E27FC236}">
                <a16:creationId xmlns:a16="http://schemas.microsoft.com/office/drawing/2014/main" id="{FED3617A-1862-7086-91C3-2B6E202FDE5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10952</TotalTime>
  <Words>2037</Words>
  <Application>Microsoft Macintosh PowerPoint</Application>
  <PresentationFormat>A4 Paper (210x297 mm)</PresentationFormat>
  <Paragraphs>267</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95</cp:revision>
  <dcterms:created xsi:type="dcterms:W3CDTF">2024-06-13T04:30:46Z</dcterms:created>
  <dcterms:modified xsi:type="dcterms:W3CDTF">2026-01-05T03:10:26Z</dcterms:modified>
</cp:coreProperties>
</file>