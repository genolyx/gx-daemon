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66" r:id="rId2"/>
    <p:sldId id="258" r:id="rId3"/>
    <p:sldId id="268" r:id="rId4"/>
    <p:sldId id="269"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7" autoAdjust="0"/>
  </p:normalViewPr>
  <p:slideViewPr>
    <p:cSldViewPr snapToGrid="0">
      <p:cViewPr varScale="1">
        <p:scale>
          <a:sx n="201" d="100"/>
          <a:sy n="201" d="100"/>
        </p:scale>
        <p:origin x="63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04874026"/>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71590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B469596-61ED-7DF7-7388-45511275935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E2271D1-F855-323C-D50B-FD3B27C885F1}"/>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B49783B3-18C2-5E42-1544-85B3828F5B6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5299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417470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8" name="Rectangle 47">
            <a:extLst>
              <a:ext uri="{FF2B5EF4-FFF2-40B4-BE49-F238E27FC236}">
                <a16:creationId xmlns:a16="http://schemas.microsoft.com/office/drawing/2014/main" id="{3338E373-DCD7-027B-6E58-B8B9F4106157}"/>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3315ED77-D6D6-E882-D199-32DA7C5575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275401CF-2876-D338-30E1-ED57B3EC17D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51" name="TextBox 50">
            <a:extLst>
              <a:ext uri="{FF2B5EF4-FFF2-40B4-BE49-F238E27FC236}">
                <a16:creationId xmlns:a16="http://schemas.microsoft.com/office/drawing/2014/main" id="{23656644-E61C-3FF6-930F-3BEFC8F91B5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53" name="TextBox 52">
            <a:extLst>
              <a:ext uri="{FF2B5EF4-FFF2-40B4-BE49-F238E27FC236}">
                <a16:creationId xmlns:a16="http://schemas.microsoft.com/office/drawing/2014/main" id="{99A9BB74-E254-A48D-2B0C-2D9D7476D89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9273DE1-B1C8-0994-4A17-D2C712ED7158}"/>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7C3B9BC0-62A0-3C15-56A9-DD150A59D17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124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E0424F6-9A6A-D6AC-4655-1786672F69F0}"/>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2" name="TextBox 1">
            <a:extLst>
              <a:ext uri="{FF2B5EF4-FFF2-40B4-BE49-F238E27FC236}">
                <a16:creationId xmlns:a16="http://schemas.microsoft.com/office/drawing/2014/main" id="{27136B91-30E3-5F31-F670-B03D9532D30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5193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4219628753"/>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61D656B-1593-7911-6A56-80632E1AA33D}"/>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077FADFA-1FC0-4132-3E60-486D1678CA9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39161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13000</TotalTime>
  <Words>1988</Words>
  <Application>Microsoft Macintosh PowerPoint</Application>
  <PresentationFormat>A4 Paper (210x297 mm)</PresentationFormat>
  <Paragraphs>315</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120</cp:revision>
  <dcterms:created xsi:type="dcterms:W3CDTF">2024-06-13T04:30:46Z</dcterms:created>
  <dcterms:modified xsi:type="dcterms:W3CDTF">2026-01-05T03:18:46Z</dcterms:modified>
</cp:coreProperties>
</file>