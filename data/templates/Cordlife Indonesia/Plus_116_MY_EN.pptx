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330" r:id="rId2"/>
    <p:sldId id="331" r:id="rId3"/>
    <p:sldId id="332" r:id="rId4"/>
    <p:sldId id="333"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 id="33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36" autoAdjust="0"/>
  </p:normalViewPr>
  <p:slideViewPr>
    <p:cSldViewPr snapToGrid="0">
      <p:cViewPr varScale="1">
        <p:scale>
          <a:sx n="213" d="100"/>
          <a:sy n="213" d="100"/>
        </p:scale>
        <p:origin x="640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4</a:t>
            </a:fld>
            <a:endParaRPr lang="en-US"/>
          </a:p>
        </p:txBody>
      </p:sp>
    </p:spTree>
    <p:extLst>
      <p:ext uri="{BB962C8B-B14F-4D97-AF65-F5344CB8AC3E}">
        <p14:creationId xmlns:p14="http://schemas.microsoft.com/office/powerpoint/2010/main" val="535751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656469384"/>
              </p:ext>
            </p:extLst>
          </p:nvPr>
        </p:nvGraphicFramePr>
        <p:xfrm>
          <a:off x="446345" y="3545404"/>
          <a:ext cx="5984582" cy="211836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598480914"/>
                  </a:ext>
                </a:extLst>
              </a:tr>
              <a:tr h="0">
                <a:tc>
                  <a:txBody>
                    <a:bodyPr/>
                    <a:lstStyle/>
                    <a:p>
                      <a:pPr algn="ctr"/>
                      <a:r>
                        <a:rPr lang="en-US" sz="10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6551876"/>
                  </a:ext>
                </a:extLst>
              </a:tr>
              <a:tr h="0">
                <a:tc>
                  <a:txBody>
                    <a:bodyPr/>
                    <a:lstStyle/>
                    <a:p>
                      <a:pPr algn="ctr"/>
                      <a:r>
                        <a:rPr lang="en-US" sz="10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2288664"/>
                  </a:ext>
                </a:extLst>
              </a:tr>
              <a:tr h="0">
                <a:tc>
                  <a:txBody>
                    <a:bodyPr/>
                    <a:lstStyle/>
                    <a:p>
                      <a:pPr algn="ctr"/>
                      <a:r>
                        <a:rPr lang="en-US" sz="10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7" y="9427924"/>
            <a:ext cx="3715908"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D9D72EAA-BF64-9C64-E07A-48C5A07A5F95}"/>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5EB3B060-6E98-C33B-B3C0-9D777261312F}"/>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1482750966"/>
              </p:ext>
            </p:extLst>
          </p:nvPr>
        </p:nvGraphicFramePr>
        <p:xfrm>
          <a:off x="464687" y="2286588"/>
          <a:ext cx="5984584" cy="215629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endParaRPr lang="en-US" sz="900" b="1" dirty="0"/>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a:t>
            </a:r>
            <a:r>
              <a:rPr lang="en-US" sz="800">
                <a:latin typeface="Calibri" panose="020F0502020204030204" pitchFamily="34" charset="0"/>
                <a:cs typeface="Calibri" panose="020F0502020204030204" pitchFamily="34" charset="0"/>
              </a:rPr>
              <a:t>findings. These </a:t>
            </a:r>
            <a:r>
              <a:rPr lang="en-US" sz="800" dirty="0">
                <a:latin typeface="Calibri" panose="020F0502020204030204" pitchFamily="34" charset="0"/>
                <a:cs typeface="Calibri" panose="020F0502020204030204" pitchFamily="34" charset="0"/>
              </a:rPr>
              <a:t>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4"/>
            <a:ext cx="3715908"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A0573A9B-C589-64F5-8A1B-CDA5B3F23F52}"/>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B007B2E5-F4D4-5A61-4CAB-31F15C32E34C}"/>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2616532473"/>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801366622"/>
              </p:ext>
            </p:extLst>
          </p:nvPr>
        </p:nvGraphicFramePr>
        <p:xfrm>
          <a:off x="2055851" y="2303049"/>
          <a:ext cx="1494000" cy="65303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0510364"/>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857830621"/>
              </p:ext>
            </p:extLst>
          </p:nvPr>
        </p:nvGraphicFramePr>
        <p:xfrm>
          <a:off x="3677663" y="2289597"/>
          <a:ext cx="1494000" cy="65379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4391814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2075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1297520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66237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2519861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67286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469020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84525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9754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1042736"/>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3433518921"/>
              </p:ext>
            </p:extLst>
          </p:nvPr>
        </p:nvGraphicFramePr>
        <p:xfrm>
          <a:off x="5280740" y="2278021"/>
          <a:ext cx="1494000" cy="4130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27956119"/>
                  </a:ext>
                </a:extLst>
              </a:tr>
            </a:tbl>
          </a:graphicData>
        </a:graphic>
      </p:graphicFrame>
      <p:pic>
        <p:nvPicPr>
          <p:cNvPr id="7" name="Picture 6">
            <a:extLst>
              <a:ext uri="{FF2B5EF4-FFF2-40B4-BE49-F238E27FC236}">
                <a16:creationId xmlns:a16="http://schemas.microsoft.com/office/drawing/2014/main" id="{A73CEACC-265A-CA7F-5CCF-902440DAC4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8" name="Rectangle 17">
            <a:extLst>
              <a:ext uri="{FF2B5EF4-FFF2-40B4-BE49-F238E27FC236}">
                <a16:creationId xmlns:a16="http://schemas.microsoft.com/office/drawing/2014/main" id="{A2078478-34DC-8549-917F-78AD86AF022B}"/>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AE6E8258-AE62-7B86-0CDC-1E90D23116BB}"/>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4" name="Rectangle 23">
            <a:extLst>
              <a:ext uri="{FF2B5EF4-FFF2-40B4-BE49-F238E27FC236}">
                <a16:creationId xmlns:a16="http://schemas.microsoft.com/office/drawing/2014/main" id="{037BEAC5-6F54-A730-F1DD-0C20F239A7D5}"/>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BE4D1A1F-5FEC-2168-4349-B5412B318E6C}"/>
              </a:ext>
            </a:extLst>
          </p:cNvPr>
          <p:cNvSpPr/>
          <p:nvPr/>
        </p:nvSpPr>
        <p:spPr>
          <a:xfrm>
            <a:off x="446345" y="9243237"/>
            <a:ext cx="5252706" cy="481157"/>
          </a:xfrm>
          <a:prstGeom prst="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4C39B5C9-40A2-F4A8-D13C-82CEEF74956D}"/>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5" name="TextBox 34">
            <a:extLst>
              <a:ext uri="{FF2B5EF4-FFF2-40B4-BE49-F238E27FC236}">
                <a16:creationId xmlns:a16="http://schemas.microsoft.com/office/drawing/2014/main" id="{46873707-8DEA-0E0B-DA8F-28DEC8FB14DB}"/>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2" name="Rectangle 1">
            <a:extLst>
              <a:ext uri="{FF2B5EF4-FFF2-40B4-BE49-F238E27FC236}">
                <a16:creationId xmlns:a16="http://schemas.microsoft.com/office/drawing/2014/main" id="{F66DC8AC-9EBA-9584-E47F-76980ADC7FF4}"/>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0DA66B46-15EA-E319-A636-4C8E080FBB89}"/>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7056F6F-7937-BEF1-24CB-5179B97083EC}"/>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6" name="TextBox 5">
            <a:extLst>
              <a:ext uri="{FF2B5EF4-FFF2-40B4-BE49-F238E27FC236}">
                <a16:creationId xmlns:a16="http://schemas.microsoft.com/office/drawing/2014/main" id="{235ED051-57C3-7109-2769-7D17FA639804}"/>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8" name="TextBox 7">
            <a:extLst>
              <a:ext uri="{FF2B5EF4-FFF2-40B4-BE49-F238E27FC236}">
                <a16:creationId xmlns:a16="http://schemas.microsoft.com/office/drawing/2014/main" id="{ADF668DA-8190-9E40-831D-1972ABBE755B}"/>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245709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11231</TotalTime>
  <Words>2675</Words>
  <Application>Microsoft Macintosh PowerPoint</Application>
  <PresentationFormat>A4 Paper (210x297 mm)</PresentationFormat>
  <Paragraphs>411</Paragraphs>
  <Slides>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100</cp:revision>
  <dcterms:created xsi:type="dcterms:W3CDTF">2024-06-13T04:30:46Z</dcterms:created>
  <dcterms:modified xsi:type="dcterms:W3CDTF">2026-01-05T03:15:29Z</dcterms:modified>
</cp:coreProperties>
</file>