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91" r:id="rId2"/>
    <p:sldId id="292" r:id="rId3"/>
    <p:sldId id="343" r:id="rId4"/>
    <p:sldId id="342"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3"/>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794" autoAdjust="0"/>
  </p:normalViewPr>
  <p:slideViewPr>
    <p:cSldViewPr snapToGrid="0">
      <p:cViewPr varScale="1">
        <p:scale>
          <a:sx n="178" d="100"/>
          <a:sy n="178" d="100"/>
        </p:scale>
        <p:origin x="55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3</a:t>
            </a:fld>
            <a:endParaRPr lang="en-US"/>
          </a:p>
        </p:txBody>
      </p:sp>
    </p:spTree>
    <p:extLst>
      <p:ext uri="{BB962C8B-B14F-4D97-AF65-F5344CB8AC3E}">
        <p14:creationId xmlns:p14="http://schemas.microsoft.com/office/powerpoint/2010/main" val="803978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767359145"/>
              </p:ext>
            </p:extLst>
          </p:nvPr>
        </p:nvGraphicFramePr>
        <p:xfrm>
          <a:off x="446345" y="3545404"/>
          <a:ext cx="5984582" cy="20650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All other autosomal trisomy</a:t>
                      </a:r>
                      <a:endParaRPr lang="en-US" sz="9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806736"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6A0605F-20F0-3810-A2AA-D0011FD45197}"/>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CB66B123-F7D8-8161-8447-E4974CC55862}"/>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32B40239-D246-EFB1-940B-AEF40DA7DE5A}"/>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2776968630"/>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a:t>
            </a:r>
            <a:r>
              <a:rPr lang="en-US" sz="800">
                <a:latin typeface="Calibri" panose="020F0502020204030204" pitchFamily="34" charset="0"/>
                <a:cs typeface="Calibri" panose="020F0502020204030204" pitchFamily="34" charset="0"/>
              </a:rPr>
              <a:t>findings. These </a:t>
            </a:r>
            <a:r>
              <a:rPr lang="en-US" sz="800" dirty="0">
                <a:latin typeface="Calibri" panose="020F0502020204030204" pitchFamily="34" charset="0"/>
                <a:cs typeface="Calibri" panose="020F0502020204030204" pitchFamily="34" charset="0"/>
              </a:rPr>
              <a:t>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6" y="9427924"/>
            <a:ext cx="3975637"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F920A268-201C-AEE1-EF0F-57686A5D4320}"/>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0D0A96F1-D5BC-1AF3-4949-3E2804C930F4}"/>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2781257001"/>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786348478"/>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233156"/>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Wolf-Hirschhorn syndrome </a:t>
                      </a:r>
                    </a:p>
                    <a:p>
                      <a:pPr algn="ctr"/>
                      <a:r>
                        <a:rPr lang="en-US" sz="650" b="0"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3268985"/>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fr-FR" sz="650" b="0" dirty="0">
                          <a:latin typeface="Calibri" panose="020F0502020204030204" pitchFamily="34" charset="0"/>
                          <a:cs typeface="Calibri" panose="020F0502020204030204" pitchFamily="34" charset="0"/>
                        </a:rPr>
                        <a:t>Cri Du Chat syndrome  (5p-)</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134772649"/>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1917872"/>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3515850955"/>
              </p:ext>
            </p:extLst>
          </p:nvPr>
        </p:nvGraphicFramePr>
        <p:xfrm>
          <a:off x="2055851" y="2303049"/>
          <a:ext cx="1494000" cy="66294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latin typeface="Calibri" panose="020F0502020204030204" pitchFamily="34" charset="0"/>
                          <a:cs typeface="Calibri" panose="020F0502020204030204" pitchFamily="34" charset="0"/>
                        </a:rPr>
                        <a:t>Williams-Beuren syndrome </a:t>
                      </a:r>
                    </a:p>
                    <a:p>
                      <a:pPr algn="ctr"/>
                      <a:r>
                        <a:rPr lang="en-US" sz="650" b="0" dirty="0">
                          <a:latin typeface="Calibri" panose="020F0502020204030204" pitchFamily="34" charset="0"/>
                          <a:cs typeface="Calibri" panose="020F0502020204030204" pitchFamily="34" charset="0"/>
                        </a:rPr>
                        <a:t>(7q11.23 deletion)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889784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74192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16125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8219414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922438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Jacobsen syndrome (11q23.3-q25)</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580911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2901734020"/>
              </p:ext>
            </p:extLst>
          </p:nvPr>
        </p:nvGraphicFramePr>
        <p:xfrm>
          <a:off x="3677663" y="2289597"/>
          <a:ext cx="1494000" cy="64465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243918147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229877574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1782796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77078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35488240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35238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203242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Prader-</a:t>
                      </a:r>
                      <a:r>
                        <a:rPr lang="en-US" sz="650" b="0" dirty="0" err="1">
                          <a:solidFill>
                            <a:schemeClr val="tx1"/>
                          </a:solidFill>
                          <a:latin typeface="Calibri" panose="020F0502020204030204" pitchFamily="34" charset="0"/>
                          <a:cs typeface="Calibri" panose="020F0502020204030204" pitchFamily="34" charset="0"/>
                        </a:rPr>
                        <a:t>willi</a:t>
                      </a:r>
                      <a:r>
                        <a:rPr lang="en-US" sz="650" b="0" dirty="0">
                          <a:solidFill>
                            <a:schemeClr val="tx1"/>
                          </a:solidFill>
                          <a:latin typeface="Calibri" panose="020F0502020204030204" pitchFamily="34" charset="0"/>
                          <a:cs typeface="Calibri" panose="020F0502020204030204" pitchFamily="34" charset="0"/>
                        </a:rPr>
                        <a:t>/Angelman syndrome (15q11.2-q13)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3380874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5207520"/>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4861708"/>
              </p:ext>
            </p:extLst>
          </p:nvPr>
        </p:nvGraphicFramePr>
        <p:xfrm>
          <a:off x="5280740" y="2278021"/>
          <a:ext cx="1494000" cy="59436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11643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6310527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38785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250973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75954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46128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167670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604980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(22q11.2)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8278809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27956119"/>
                  </a:ext>
                </a:extLst>
              </a:tr>
            </a:tbl>
          </a:graphicData>
        </a:graphic>
      </p:graphicFrame>
      <p:sp>
        <p:nvSpPr>
          <p:cNvPr id="5" name="TextBox 4">
            <a:extLst>
              <a:ext uri="{FF2B5EF4-FFF2-40B4-BE49-F238E27FC236}">
                <a16:creationId xmlns:a16="http://schemas.microsoft.com/office/drawing/2014/main" id="{367B9596-4263-5061-70D9-D1F16D7BF501}"/>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pic>
        <p:nvPicPr>
          <p:cNvPr id="7" name="Picture 2" descr="Home">
            <a:extLst>
              <a:ext uri="{FF2B5EF4-FFF2-40B4-BE49-F238E27FC236}">
                <a16:creationId xmlns:a16="http://schemas.microsoft.com/office/drawing/2014/main" id="{99BD21B9-9BA6-3EFE-9D5B-D51506BC8B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9A8B0E2-8E76-8D21-1AE9-6D0598FD469A}"/>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015279D2-939D-F618-C1CD-3C91F4B2B7ED}"/>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354459C5-855E-B045-B79F-CCE80653A4D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22867E51-B22F-D2F3-7891-19EBC6A460E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7C642A5-4472-99F8-3C85-6646D417696D}"/>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5C3AC1E5-8E6D-8B3C-C7DE-5A098683D680}"/>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BD55F03C-E2D1-39CF-90C5-0FF72DDD0BE5}"/>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9692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944020313"/>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C0F4EB9E-40F2-C26A-091C-314C4115F469}"/>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5C4E68C6-2AB9-11B5-D810-B0A315A47F1D}"/>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11553</TotalTime>
  <Words>2705</Words>
  <Application>Microsoft Macintosh PowerPoint</Application>
  <PresentationFormat>A4 Paper (210x297 mm)</PresentationFormat>
  <Paragraphs>425</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97</cp:revision>
  <dcterms:created xsi:type="dcterms:W3CDTF">2024-06-13T04:30:46Z</dcterms:created>
  <dcterms:modified xsi:type="dcterms:W3CDTF">2026-01-05T03:17:47Z</dcterms:modified>
</cp:coreProperties>
</file>