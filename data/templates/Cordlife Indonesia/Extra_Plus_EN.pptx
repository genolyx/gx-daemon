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91" r:id="rId2"/>
    <p:sldId id="292" r:id="rId3"/>
    <p:sldId id="293" r:id="rId4"/>
    <p:sldId id="294" r:id="rId5"/>
    <p:sldId id="295"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2" autoAdjust="0"/>
  </p:normalViewPr>
  <p:slideViewPr>
    <p:cSldViewPr snapToGrid="0">
      <p:cViewPr varScale="1">
        <p:scale>
          <a:sx n="182" d="100"/>
          <a:sy n="182" d="100"/>
        </p:scale>
        <p:origin x="54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2269554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2239716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709247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073373705"/>
              </p:ext>
            </p:extLst>
          </p:nvPr>
        </p:nvGraphicFramePr>
        <p:xfrm>
          <a:off x="446345" y="3545404"/>
          <a:ext cx="5984582" cy="26441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4031222"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195F697-4F1D-1E13-F986-043B5973082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474C6B9-18A6-2795-FC6F-C0C804EF7014}"/>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89820164-1595-4CB7-1C7F-2BADB7FDFA8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8954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461004351"/>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77295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153D7C8E-0B27-EB94-B590-C4C2FE96AC98}"/>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5" name="TextBox 4">
            <a:extLst>
              <a:ext uri="{FF2B5EF4-FFF2-40B4-BE49-F238E27FC236}">
                <a16:creationId xmlns:a16="http://schemas.microsoft.com/office/drawing/2014/main" id="{37DA9CF8-D21A-CE96-35B2-3852709C160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1179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164CDBA-5A6D-1E3C-1404-CB9B9B673381}"/>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2" name="TextBox 1">
            <a:extLst>
              <a:ext uri="{FF2B5EF4-FFF2-40B4-BE49-F238E27FC236}">
                <a16:creationId xmlns:a16="http://schemas.microsoft.com/office/drawing/2014/main" id="{6A742448-899C-4E76-5F61-B465A09F31B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9247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816683975"/>
              </p:ext>
            </p:extLst>
          </p:nvPr>
        </p:nvGraphicFramePr>
        <p:xfrm>
          <a:off x="449872" y="2303049"/>
          <a:ext cx="2988000" cy="70942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98844662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&lt;&lt;1p32-p31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&lt;&lt;1q41-q42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&lt;&lt;1q43-q44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&lt;&lt;2p12-p11.2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&lt;&lt;2p15-p16.1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&lt;&lt;2q31.1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&lt;&lt;2q35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&lt;&lt;3p25.3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&lt;&lt;3pter-p25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&lt;&lt;3q13.31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&lt;&lt;Dandy-Walker syndrome (DWS)&gt;&gt;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&lt;&lt;3q26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&lt;&lt;3q29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&lt;&lt;4q21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&lt;&lt;Axenfeld-Rieger syndrome type 1 (RIEG1)&gt;&gt;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&lt;&lt;5q12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&lt;&lt;5q14.3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&lt;&lt;Sotos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&lt;&lt;6p22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&lt;&lt;6q11-q14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&lt;&lt;6q24-q25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&lt;&lt;Coffin-Siris syndrome 1 (CSS1)&gt;&gt;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&lt;&lt;Chordoma&gt;&gt;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&lt;&lt;Greig cephalopolysyndactyly syndrome (GCPS)&gt;&gt;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&lt;&lt;7p22.1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&lt;&lt;7q11.23 deletion (distal)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r>
                        <a:rPr lang="en-US" sz="650" b="0">
                          <a:solidFill>
                            <a:schemeClr val="tx1"/>
                          </a:solidFill>
                          <a:latin typeface="Calibri" panose="020F0502020204030204" pitchFamily="34" charset="0"/>
                          <a:cs typeface="Calibri" panose="020F0502020204030204" pitchFamily="34" charset="0"/>
                        </a:rPr>
                        <a:t>(WBS, duplication)</a:t>
                      </a: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&lt;&lt;Williams-Beuren syndrome (WBS, duplication)&gt;&gt;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&lt;&lt;Currarino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&lt;&lt;7q36.3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2739179132"/>
              </p:ext>
            </p:extLst>
          </p:nvPr>
        </p:nvGraphicFramePr>
        <p:xfrm>
          <a:off x="3624208" y="2303049"/>
          <a:ext cx="2988000" cy="67284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44263354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&lt;&lt;8p23.1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&lt;&lt;8q12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&lt;&lt;Nablus mask-like facial syndrome (NMLFS)&gt;&gt;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&lt;&lt;Trichorhinophalangeal syndrome type 2 (TRPS2)&gt;&gt;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&lt;&lt;9p24.3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&lt;&lt;9q33.3q34.11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&lt;&lt;Early infantile epileptic encephalopathy 4 (EIEE4)&gt;&gt;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&lt;&lt;Kleefstra syndrome 1 (KLEFS1)&gt;&gt;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&lt;&lt;10p11.21-p12.31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&lt;&lt;DiGeorge (DSG2)&gt;&gt;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&lt;&lt;10q22.3-q23.2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&lt;&lt;Split-hand/foot malformation 3 (SHFM3)&gt;&gt;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&lt;&lt;10q26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&lt;&lt;Potocki-Shaffer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&lt;&lt;11q13.2-q13.4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&lt;&lt;11q22.2-q22.3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&lt;&lt;12p12.1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&lt;&lt;12q15q21.1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&lt;&lt;13q14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&lt;&lt;14q11-q22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&lt;&lt;Frias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&lt;&lt;14q24.1-q24.3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C00E03A8-5FC7-FC74-9D6A-5BEFF7A859F9}"/>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D0AD4584-A88E-A2E2-05FC-519A1FBF889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448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8" name="Table 17">
            <a:extLst>
              <a:ext uri="{FF2B5EF4-FFF2-40B4-BE49-F238E27FC236}">
                <a16:creationId xmlns:a16="http://schemas.microsoft.com/office/drawing/2014/main" id="{5B8EDE70-2F90-1A79-E36B-8E567D674864}"/>
              </a:ext>
            </a:extLst>
          </p:cNvPr>
          <p:cNvGraphicFramePr>
            <a:graphicFrameLocks noGrp="1"/>
          </p:cNvGraphicFramePr>
          <p:nvPr>
            <p:extLst>
              <p:ext uri="{D42A27DB-BD31-4B8C-83A1-F6EECF244321}">
                <p14:modId xmlns:p14="http://schemas.microsoft.com/office/powerpoint/2010/main" val="1012163811"/>
              </p:ext>
            </p:extLst>
          </p:nvPr>
        </p:nvGraphicFramePr>
        <p:xfrm>
          <a:off x="499188" y="2297147"/>
          <a:ext cx="2988000" cy="68351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69180325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16297358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&lt;&lt;15q13.3 deletion syndrome {BP4 to BP5}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&lt;&lt;15q13.3 deletion syndrome {BP4 to BP5}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&lt;&lt;15q25.2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&lt;&lt;15q26-qter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&lt;&lt;16p11.2-p12.2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&lt;&lt;16p12.2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&lt;&lt;Polycystic kidney disease, infantile severe, with tuberous sclerosis (PKDTS)&gt;&gt;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&lt;&lt;Rubinstein-Taybi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a:t>
                      </a:r>
                      <a:r>
                        <a:rPr lang="en-US" sz="650" b="0">
                          <a:solidFill>
                            <a:schemeClr val="tx1"/>
                          </a:solidFill>
                          <a:latin typeface="Calibri" panose="020F0502020204030204" pitchFamily="34" charset="0"/>
                          <a:cs typeface="Calibri" panose="020F0502020204030204" pitchFamily="34" charset="0"/>
                        </a:rPr>
                        <a:t>16-related  </a:t>
                      </a:r>
                      <a:r>
                        <a:rPr lang="en-US" sz="650" b="0" dirty="0">
                          <a:solidFill>
                            <a:schemeClr val="tx1"/>
                          </a:solidFill>
                          <a:latin typeface="Calibri" panose="020F0502020204030204" pitchFamily="34" charset="0"/>
                          <a:cs typeface="Calibri" panose="020F0502020204030204" pitchFamily="34" charset="0"/>
                        </a:rPr>
                        <a:t>(ATR-16)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&lt;&lt;Alpha-thalassemia&gt;&gt;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&lt;&lt;Smith-Magenis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&lt;&lt;Yuan-Harel-Lupski syndrome (YUHAL)&gt;&gt;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&lt;&lt;Miller-Dieker lissencephaly syndrome (MDLS)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&lt;&lt;Miller-Dieker lissencephaly syndrome (MDLS)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&lt;&lt;17p13.3 telomeric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&lt;&lt;17q21.31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&lt;&lt;17q23.1-q23.2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25793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&lt;&lt;Tetrasomy 18p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90717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2138262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&lt;&lt;18q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88050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34144248"/>
                  </a:ext>
                </a:extLst>
              </a:tr>
            </a:tbl>
          </a:graphicData>
        </a:graphic>
      </p:graphicFrame>
      <p:graphicFrame>
        <p:nvGraphicFramePr>
          <p:cNvPr id="19" name="Table 18">
            <a:extLst>
              <a:ext uri="{FF2B5EF4-FFF2-40B4-BE49-F238E27FC236}">
                <a16:creationId xmlns:a16="http://schemas.microsoft.com/office/drawing/2014/main" id="{1ED080B9-CC2C-055E-FE5A-4D1E1A9BF877}"/>
              </a:ext>
            </a:extLst>
          </p:cNvPr>
          <p:cNvGraphicFramePr>
            <a:graphicFrameLocks noGrp="1"/>
          </p:cNvGraphicFramePr>
          <p:nvPr>
            <p:extLst>
              <p:ext uri="{D42A27DB-BD31-4B8C-83A1-F6EECF244321}">
                <p14:modId xmlns:p14="http://schemas.microsoft.com/office/powerpoint/2010/main" val="2400356441"/>
              </p:ext>
            </p:extLst>
          </p:nvPr>
        </p:nvGraphicFramePr>
        <p:xfrm>
          <a:off x="3683346" y="2305263"/>
          <a:ext cx="2988000" cy="452628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203120317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25387244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&lt;&lt;19q13.11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&lt;&lt;20p13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&lt;&lt;21q22.11-q22.12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&lt;&lt;22q11.2 deletion syndrome (distal, D-E/F)&gt;&gt;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&lt;&lt;22q11.2 deletion syndrome (LCR22 B/C-D)&gt;&gt;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&lt;&lt;Xp11.22-p11.23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&lt;&lt;Xq22.3 telomeric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&lt;&lt;Xq27.3-q28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&lt;&lt;Xq28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endParaRPr lang="en-US" sz="650" b="1" dirty="0">
                        <a:solidFill>
                          <a:srgbClr val="FF0000"/>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57127884"/>
                  </a:ext>
                </a:extLst>
              </a:tr>
            </a:tbl>
          </a:graphicData>
        </a:graphic>
      </p:graphicFrame>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88E6BC91-F421-C6D2-E1E7-96D3C0E6E805}"/>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a:solidFill>
                  <a:srgbClr val="000000"/>
                </a:solidFill>
                <a:latin typeface="Calibri" panose="020F0502020204030204" pitchFamily="34" charset="0"/>
              </a:rPr>
              <a:t>QR G1.1-6-1-e</a:t>
            </a:r>
            <a:endParaRPr lang="en-ID" sz="800" dirty="0"/>
          </a:p>
        </p:txBody>
      </p:sp>
      <p:sp>
        <p:nvSpPr>
          <p:cNvPr id="7" name="TextBox 6">
            <a:extLst>
              <a:ext uri="{FF2B5EF4-FFF2-40B4-BE49-F238E27FC236}">
                <a16:creationId xmlns:a16="http://schemas.microsoft.com/office/drawing/2014/main" id="{90B674B6-552F-76E4-8215-66626DBDF72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6581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13002</TotalTime>
  <Words>3452</Words>
  <Application>Microsoft Macintosh PowerPoint</Application>
  <PresentationFormat>A4 Paper (210x297 mm)</PresentationFormat>
  <Paragraphs>564</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130</cp:revision>
  <dcterms:created xsi:type="dcterms:W3CDTF">2024-06-13T04:30:46Z</dcterms:created>
  <dcterms:modified xsi:type="dcterms:W3CDTF">2026-01-05T03:09:43Z</dcterms:modified>
</cp:coreProperties>
</file>