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47" autoAdjust="0"/>
  </p:normalViewPr>
  <p:slideViewPr>
    <p:cSldViewPr snapToGrid="0">
      <p:cViewPr varScale="1">
        <p:scale>
          <a:sx n="165" d="100"/>
          <a:sy n="165" d="100"/>
        </p:scale>
        <p:origin x="685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934649942"/>
              </p:ext>
            </p:extLst>
          </p:nvPr>
        </p:nvGraphicFramePr>
        <p:xfrm>
          <a:off x="446345" y="3545404"/>
          <a:ext cx="5984582" cy="11430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40823FE3-AE78-0091-1691-568468B38480}"/>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8CB32706-F8DC-32BE-EE57-248C889ED53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482750966"/>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97208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C783CFD-6EC8-F67D-16B3-A339D77A912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373D16CE-C974-1A0A-CC05-0896095B2A8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1063496871"/>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1568235182"/>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3112340205"/>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86909015"/>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1471A9E8-DF50-6B4C-7F19-F7954AC08CE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11231</TotalTime>
  <Words>2607</Words>
  <Application>Microsoft Macintosh PowerPoint</Application>
  <PresentationFormat>A4 Paper (210x297 mm)</PresentationFormat>
  <Paragraphs>391</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100</cp:revision>
  <dcterms:created xsi:type="dcterms:W3CDTF">2024-06-13T04:30:46Z</dcterms:created>
  <dcterms:modified xsi:type="dcterms:W3CDTF">2026-01-05T03:15:53Z</dcterms:modified>
</cp:coreProperties>
</file>