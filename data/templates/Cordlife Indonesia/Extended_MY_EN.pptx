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30" r:id="rId2"/>
    <p:sldId id="331" r:id="rId3"/>
    <p:sldId id="33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2" autoAdjust="0"/>
  </p:normalViewPr>
  <p:slideViewPr>
    <p:cSldViewPr snapToGrid="0">
      <p:cViewPr varScale="1">
        <p:scale>
          <a:sx n="186" d="100"/>
          <a:sy n="186" d="100"/>
        </p:scale>
        <p:origin x="4760"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791905784"/>
              </p:ext>
            </p:extLst>
          </p:nvPr>
        </p:nvGraphicFramePr>
        <p:xfrm>
          <a:off x="446345" y="3545404"/>
          <a:ext cx="5984582" cy="284988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6" y="9427924"/>
            <a:ext cx="4059353"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B06BC0F0-7CD8-1C29-96B3-AF4EC4C80185}"/>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BB5C15DA-DD45-34AE-E79B-54AD18C3F00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2883831292"/>
              </p:ext>
            </p:extLst>
          </p:nvPr>
        </p:nvGraphicFramePr>
        <p:xfrm>
          <a:off x="464687" y="2286588"/>
          <a:ext cx="5984584" cy="179053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a:latin typeface="Calibri" panose="020F0502020204030204" pitchFamily="34" charset="0"/>
                          <a:cs typeface="Calibri" panose="020F0502020204030204" pitchFamily="34" charset="0"/>
                        </a:rPr>
                        <a:t>&lt;&lt;MD5&gt;&gt;</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a:t>
            </a:r>
            <a:r>
              <a:rPr lang="en-US" sz="800">
                <a:latin typeface="Calibri" panose="020F0502020204030204" pitchFamily="34" charset="0"/>
                <a:cs typeface="Calibri" panose="020F0502020204030204" pitchFamily="34" charset="0"/>
              </a:rPr>
              <a:t>findings. These </a:t>
            </a:r>
            <a:r>
              <a:rPr lang="en-US" sz="800" dirty="0">
                <a:latin typeface="Calibri" panose="020F0502020204030204" pitchFamily="34" charset="0"/>
                <a:cs typeface="Calibri" panose="020F0502020204030204" pitchFamily="34" charset="0"/>
              </a:rPr>
              <a:t>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97208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BCBC31C-858C-C03C-A129-6FEEC2D7AA7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4E6BE5FB-9512-8D9F-DB4D-60FC65088FD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11230</TotalTime>
  <Words>2096</Words>
  <Application>Microsoft Macintosh PowerPoint</Application>
  <PresentationFormat>A4 Paper (210x297 mm)</PresentationFormat>
  <Paragraphs>282</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99</cp:revision>
  <dcterms:created xsi:type="dcterms:W3CDTF">2024-06-13T04:30:46Z</dcterms:created>
  <dcterms:modified xsi:type="dcterms:W3CDTF">2026-01-05T03:09:18Z</dcterms:modified>
</cp:coreProperties>
</file>