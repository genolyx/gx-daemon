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6" autoAdjust="0"/>
  </p:normalViewPr>
  <p:slideViewPr>
    <p:cSldViewPr snapToGrid="0">
      <p:cViewPr varScale="1">
        <p:scale>
          <a:sx n="198" d="100"/>
          <a:sy n="198" d="100"/>
        </p:scale>
        <p:origin x="6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510304980"/>
              </p:ext>
            </p:extLst>
          </p:nvPr>
        </p:nvGraphicFramePr>
        <p:xfrm>
          <a:off x="446345" y="3545404"/>
          <a:ext cx="5984582" cy="22098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82818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2D5DD5D8-C21F-A3BF-E38F-824DEDC58CAA}"/>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96B83532-C03D-E50E-A6C3-8D27AADBAE3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884273870"/>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4B8CD73-F670-DBDA-F4BE-3BF80619B8D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68D0BF90-BA29-A9DB-19C3-24C0077CC2C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677257931"/>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411184009"/>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4124120038"/>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799507854"/>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444F4545-F498-1705-A1CF-6C39DE50CD6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2665</Words>
  <Application>Microsoft Macintosh PowerPoint</Application>
  <PresentationFormat>A4 Paper (210x297 mm)</PresentationFormat>
  <Paragraphs>411</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2026-01-05T03:14:30Z</dcterms:modified>
</cp:coreProperties>
</file>