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30" r:id="rId2"/>
    <p:sldId id="331" r:id="rId3"/>
    <p:sldId id="33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55" autoAdjust="0"/>
  </p:normalViewPr>
  <p:slideViewPr>
    <p:cSldViewPr snapToGrid="0">
      <p:cViewPr varScale="1">
        <p:scale>
          <a:sx n="150" d="100"/>
          <a:sy n="150" d="100"/>
        </p:scale>
        <p:origin x="486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3893419811"/>
              </p:ext>
            </p:extLst>
          </p:nvPr>
        </p:nvGraphicFramePr>
        <p:xfrm>
          <a:off x="446345" y="3545404"/>
          <a:ext cx="5984582" cy="11430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972088"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7012FC15-1B7A-A096-A7A9-C8B5F7D9A70D}"/>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FE4140BB-0853-78AA-9031-31ABB1E92959}"/>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784781718"/>
              </p:ext>
            </p:extLst>
          </p:nvPr>
        </p:nvGraphicFramePr>
        <p:xfrm>
          <a:off x="464687" y="2286588"/>
          <a:ext cx="5984584" cy="179053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 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827570"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46FCC738-CCA2-9B93-BCFF-4DFD52C9039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B3635F87-D4DD-DFB3-28CF-8EA43FC56C8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11232</TotalTime>
  <Words>1953</Words>
  <Application>Microsoft Macintosh PowerPoint</Application>
  <PresentationFormat>A4 Paper (210x297 mm)</PresentationFormat>
  <Paragraphs>244</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101</cp:revision>
  <dcterms:created xsi:type="dcterms:W3CDTF">2024-06-13T04:30:46Z</dcterms:created>
  <dcterms:modified xsi:type="dcterms:W3CDTF">2026-01-05T03:16:33Z</dcterms:modified>
</cp:coreProperties>
</file>