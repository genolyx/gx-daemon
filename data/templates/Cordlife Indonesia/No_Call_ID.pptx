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34" r:id="rId2"/>
    <p:sldId id="335" r:id="rId3"/>
    <p:sldId id="336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799" autoAdjust="0"/>
  </p:normalViewPr>
  <p:slideViewPr>
    <p:cSldViewPr snapToGrid="0">
      <p:cViewPr varScale="1">
        <p:scale>
          <a:sx n="178" d="100"/>
          <a:sy n="178" d="100"/>
        </p:scale>
        <p:origin x="5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34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100" b="1" dirty="0">
                <a:solidFill>
                  <a:srgbClr val="008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No Call</a:t>
            </a: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&lt;&lt;FF&gt;&gt;%</a:t>
            </a: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7" y="9427924"/>
            <a:ext cx="3813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0B76386-1C28-4648-5504-6E82BAE51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288839"/>
              </p:ext>
            </p:extLst>
          </p:nvPr>
        </p:nvGraphicFramePr>
        <p:xfrm>
          <a:off x="443948" y="3545403"/>
          <a:ext cx="5986979" cy="662161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5919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662161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&lt;&lt;Interpretation&gt;&gt;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510658-D21C-2679-1157-0A2175455D82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CD0935-CF74-CCFC-2DA4-AA00BB786445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40C169-9250-FC88-2F1F-9478AE2F61C5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D6D2B1-0B9B-C0BE-41DA-4FE23F95A1B2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37645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2071964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1843071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D2CC2-99B0-C2E8-4831-98D2B1CD2419}"/>
              </a:ext>
            </a:extLst>
          </p:cNvPr>
          <p:cNvSpPr txBox="1"/>
          <p:nvPr/>
        </p:nvSpPr>
        <p:spPr>
          <a:xfrm>
            <a:off x="432147" y="3594628"/>
            <a:ext cx="599875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regio 1p36, 2q33.1, 4p16.3, 5p-, 7q11.23, 11q23, 15q11.2-q13, 22q11.2, 108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tersedia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crown-rump length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Oleh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disebutkan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villous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mempertimbangkan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microarray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prenatal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region-specific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probes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3 Mb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sifatnya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jarang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kompleks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mencukupi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CNV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pendek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keterbatasan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teknis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mendapatkan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dokter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semacam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tambahan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7" y="9427924"/>
            <a:ext cx="4173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FDC31-A6D5-F8B7-F84B-37668A1C1243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4F97D-1963-62D4-7550-794B23141BF9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B1726-A187-5C14-886B-972B44D5B8D8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264B1B-B9F0-F1F4-B8A4-0D520C967407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08441-67B6-700C-648C-DA7E9737FD3F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FFBF2-F890-1302-E8D6-4FCFB5864BDD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24BAB-4DA0-D46A-DCA4-A5C35D71B91A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51520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648775"/>
              </p:ext>
            </p:extLst>
          </p:nvPr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CF6F0-E4ED-B8F7-387B-5E4535BC55B4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2BCD1-7126-7DBB-85ED-7242797C9A7C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6E710-5723-1AE3-3682-5AF53A7DA0B0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3264818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13233</TotalTime>
  <Words>1548</Words>
  <Application>Microsoft Macintosh PowerPoint</Application>
  <PresentationFormat>A4 Paper (210x297 mm)</PresentationFormat>
  <Paragraphs>191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125</cp:revision>
  <dcterms:created xsi:type="dcterms:W3CDTF">2024-06-13T04:30:46Z</dcterms:created>
  <dcterms:modified xsi:type="dcterms:W3CDTF">2026-01-05T03:13:02Z</dcterms:modified>
</cp:coreProperties>
</file>