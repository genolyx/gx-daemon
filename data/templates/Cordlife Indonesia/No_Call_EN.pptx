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8" r:id="rId3"/>
    <p:sldId id="259"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455" autoAdjust="0"/>
    <p:restoredTop sz="90784" autoAdjust="0"/>
  </p:normalViewPr>
  <p:slideViewPr>
    <p:cSldViewPr snapToGrid="0">
      <p:cViewPr>
        <p:scale>
          <a:sx n="221" d="100"/>
          <a:sy n="221" d="100"/>
        </p:scale>
        <p:origin x="1264" y="-8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2/3/26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2/3/26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NA</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640424225"/>
              </p:ext>
            </p:extLst>
          </p:nvPr>
        </p:nvGraphicFramePr>
        <p:xfrm>
          <a:off x="443948" y="3545403"/>
          <a:ext cx="5986979" cy="662161"/>
        </p:xfrm>
        <a:graphic>
          <a:graphicData uri="http://schemas.openxmlformats.org/drawingml/2006/table">
            <a:tbl>
              <a:tblPr firstRow="1" bandRow="1">
                <a:tableStyleId>{EB9631B5-78F2-41C9-869B-9F39066F8104}</a:tableStyleId>
              </a:tblPr>
              <a:tblGrid>
                <a:gridCol w="5986979">
                  <a:extLst>
                    <a:ext uri="{9D8B030D-6E8A-4147-A177-3AD203B41FA5}">
                      <a16:colId xmlns:a16="http://schemas.microsoft.com/office/drawing/2014/main" val="539532219"/>
                    </a:ext>
                  </a:extLst>
                </a:gridCol>
              </a:tblGrid>
              <a:tr h="662161">
                <a:tc>
                  <a:txBody>
                    <a:bodyPr/>
                    <a:lstStyle/>
                    <a:p>
                      <a:pPr algn="l"/>
                      <a:r>
                        <a:rPr lang="en-US" sz="1100" b="0" i="0" dirty="0">
                          <a:solidFill>
                            <a:schemeClr val="tx1"/>
                          </a:solidFill>
                          <a:latin typeface="Calibri" panose="020F0502020204030204" pitchFamily="34" charset="0"/>
                          <a:cs typeface="Calibri" panose="020F0502020204030204" pitchFamily="34" charset="0"/>
                        </a:rPr>
                        <a:t>&lt;&lt;Interpretation&gt;&gt;</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483159712"/>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solidFill>
                  <a:srgbClr val="008000"/>
                </a:solidFill>
                <a:latin typeface="Calibri" panose="020F0502020204030204" pitchFamily="34" charset="0"/>
                <a:ea typeface="Calibri"/>
                <a:cs typeface="Calibri" panose="020F0502020204030204" pitchFamily="34" charset="0"/>
                <a:sym typeface="Calibri"/>
              </a:rPr>
              <a:t>No Call</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6" y="9427924"/>
            <a:ext cx="391007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250247E3-A670-22C1-54FA-07AD28F6ED08}"/>
              </a:ext>
            </a:extLst>
          </p:cNvPr>
          <p:cNvSpPr txBox="1"/>
          <p:nvPr/>
        </p:nvSpPr>
        <p:spPr>
          <a:xfrm>
            <a:off x="467796" y="2664079"/>
            <a:ext cx="378570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4F40B92-FF4C-D95E-7524-2A25E3F5E8F3}"/>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3572</a:t>
            </a:r>
          </a:p>
          <a:p>
            <a:pPr algn="ctr"/>
            <a:r>
              <a:rPr lang="pt-BR" sz="800" b="0" i="0" dirty="0">
                <a:solidFill>
                  <a:srgbClr val="000000"/>
                </a:solidFill>
                <a:effectLst/>
                <a:latin typeface="Calibri" panose="020F0502020204030204" pitchFamily="34" charset="0"/>
              </a:rPr>
              <a:t>QR G1.1-6-1-e</a:t>
            </a:r>
            <a:endParaRPr lang="en-ID" sz="800" dirty="0"/>
          </a:p>
        </p:txBody>
      </p:sp>
      <p:sp>
        <p:nvSpPr>
          <p:cNvPr id="6" name="TextBox 5">
            <a:extLst>
              <a:ext uri="{FF2B5EF4-FFF2-40B4-BE49-F238E27FC236}">
                <a16:creationId xmlns:a16="http://schemas.microsoft.com/office/drawing/2014/main" id="{CDC2D912-908E-9FE9-5520-4ED3E0E47DE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091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04827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0471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24396" y="346824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835210"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64CD718-A616-C275-8B35-BA4864051234}"/>
              </a:ext>
            </a:extLst>
          </p:cNvPr>
          <p:cNvSpPr txBox="1"/>
          <p:nvPr/>
        </p:nvSpPr>
        <p:spPr>
          <a:xfrm>
            <a:off x="5713863" y="9220678"/>
            <a:ext cx="857250" cy="338554"/>
          </a:xfrm>
          <a:prstGeom prst="rect">
            <a:avLst/>
          </a:prstGeom>
          <a:noFill/>
        </p:spPr>
        <p:txBody>
          <a:bodyPr wrap="square" rtlCol="0">
            <a:spAutoFit/>
          </a:bodyPr>
          <a:lstStyle/>
          <a:p>
            <a:pPr algn="ctr"/>
            <a:r>
              <a:rPr lang="pt-BR" altLang="ko-KR" sz="800" dirty="0">
                <a:solidFill>
                  <a:srgbClr val="000000"/>
                </a:solidFill>
                <a:latin typeface="Calibri" panose="020F0502020204030204" pitchFamily="34" charset="0"/>
              </a:rPr>
              <a:t>DCR No.: 3572</a:t>
            </a:r>
          </a:p>
          <a:p>
            <a:pPr algn="ctr"/>
            <a:r>
              <a:rPr lang="pt-BR" altLang="ko-KR" sz="800" dirty="0">
                <a:solidFill>
                  <a:srgbClr val="000000"/>
                </a:solidFill>
                <a:latin typeface="Calibri" panose="020F0502020204030204" pitchFamily="34" charset="0"/>
              </a:rPr>
              <a:t>QR G1.1-6-1-e</a:t>
            </a:r>
            <a:endParaRPr lang="en-ID" altLang="ko-KR" sz="800" dirty="0"/>
          </a:p>
        </p:txBody>
      </p:sp>
      <p:sp>
        <p:nvSpPr>
          <p:cNvPr id="3" name="TextBox 2">
            <a:extLst>
              <a:ext uri="{FF2B5EF4-FFF2-40B4-BE49-F238E27FC236}">
                <a16:creationId xmlns:a16="http://schemas.microsoft.com/office/drawing/2014/main" id="{4A62225B-2B35-6137-F713-65A34C9EBC4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124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439264647"/>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78840D16-C0C1-5E55-E882-43A15686D4F9}"/>
              </a:ext>
            </a:extLst>
          </p:cNvPr>
          <p:cNvSpPr txBox="1"/>
          <p:nvPr/>
        </p:nvSpPr>
        <p:spPr>
          <a:xfrm>
            <a:off x="5713863" y="9220678"/>
            <a:ext cx="857250" cy="338554"/>
          </a:xfrm>
          <a:prstGeom prst="rect">
            <a:avLst/>
          </a:prstGeom>
          <a:noFill/>
        </p:spPr>
        <p:txBody>
          <a:bodyPr wrap="square" rtlCol="0">
            <a:spAutoFit/>
          </a:bodyPr>
          <a:lstStyle/>
          <a:p>
            <a:pPr algn="ctr"/>
            <a:r>
              <a:rPr lang="pt-BR" altLang="ko-KR" sz="800" dirty="0">
                <a:solidFill>
                  <a:srgbClr val="000000"/>
                </a:solidFill>
                <a:latin typeface="Calibri" panose="020F0502020204030204" pitchFamily="34" charset="0"/>
              </a:rPr>
              <a:t>DCR No.: 3572</a:t>
            </a:r>
          </a:p>
          <a:p>
            <a:pPr algn="ctr"/>
            <a:r>
              <a:rPr lang="pt-BR" altLang="ko-KR" sz="800" dirty="0">
                <a:solidFill>
                  <a:srgbClr val="000000"/>
                </a:solidFill>
                <a:latin typeface="Calibri" panose="020F0502020204030204" pitchFamily="34" charset="0"/>
              </a:rPr>
              <a:t>QR G1.1-6-1-e</a:t>
            </a:r>
            <a:endParaRPr lang="en-ID" altLang="ko-KR" sz="800" dirty="0"/>
          </a:p>
        </p:txBody>
      </p:sp>
      <p:sp>
        <p:nvSpPr>
          <p:cNvPr id="2" name="TextBox 1">
            <a:extLst>
              <a:ext uri="{FF2B5EF4-FFF2-40B4-BE49-F238E27FC236}">
                <a16:creationId xmlns:a16="http://schemas.microsoft.com/office/drawing/2014/main" id="{47112535-A960-A955-5270-AB3D983DB26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31172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13273</TotalTime>
  <Words>1621</Words>
  <Application>Microsoft Macintosh PowerPoint</Application>
  <PresentationFormat>A4 용지(210x297mm)</PresentationFormat>
  <Paragraphs>189</Paragraphs>
  <Slides>3</Slides>
  <Notes>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vt:i4>
      </vt:variant>
    </vt:vector>
  </HeadingPairs>
  <TitlesOfParts>
    <vt:vector size="8" baseType="lpstr">
      <vt:lpstr>Aptos</vt:lpstr>
      <vt:lpstr>Aptos Display</vt:lpstr>
      <vt:lpstr>Arial</vt:lpstr>
      <vt:lpstr>Calibri</vt:lpstr>
      <vt:lpstr>Office Theme</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권혁중/컴퓨터공학과</cp:lastModifiedBy>
  <cp:revision>120</cp:revision>
  <dcterms:created xsi:type="dcterms:W3CDTF">2024-06-13T04:30:46Z</dcterms:created>
  <dcterms:modified xsi:type="dcterms:W3CDTF">2026-02-03T11:07:27Z</dcterms:modified>
</cp:coreProperties>
</file>