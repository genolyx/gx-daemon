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0" r:id="rId2"/>
    <p:sldId id="258" r:id="rId3"/>
    <p:sldId id="26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43" autoAdjust="0"/>
    <p:restoredTop sz="90842" autoAdjust="0"/>
  </p:normalViewPr>
  <p:slideViewPr>
    <p:cSldViewPr snapToGrid="0">
      <p:cViewPr varScale="1">
        <p:scale>
          <a:sx n="184" d="100"/>
          <a:sy n="184" d="100"/>
        </p:scale>
        <p:origin x="60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2720669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76471656"/>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4024612"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EAC12FE-E6A3-D99A-0A49-354AE29AC3E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CE8A1F6-6ACC-996A-48CE-8D936B5C5FBD}"/>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FADE50A5-3AC4-92EA-24E5-795BCD0BE17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2013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73E8EA3-57CB-AFD7-CCB2-2F1C880F7AEA}"/>
              </a:ext>
            </a:extLst>
          </p:cNvPr>
          <p:cNvSpPr txBox="1"/>
          <p:nvPr/>
        </p:nvSpPr>
        <p:spPr>
          <a:xfrm>
            <a:off x="5713863" y="9220678"/>
            <a:ext cx="857250" cy="461665"/>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a:p>
            <a:pPr algn="ctr"/>
            <a:endParaRPr lang="en-ID" sz="800" dirty="0"/>
          </a:p>
        </p:txBody>
      </p:sp>
      <p:sp>
        <p:nvSpPr>
          <p:cNvPr id="3" name="TextBox 2">
            <a:extLst>
              <a:ext uri="{FF2B5EF4-FFF2-40B4-BE49-F238E27FC236}">
                <a16:creationId xmlns:a16="http://schemas.microsoft.com/office/drawing/2014/main" id="{50353C66-1A78-F05C-A7D3-E51C3ACE620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09A8F5A-D48F-687A-CAD8-0587A2AEDA5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2" name="TextBox 1">
            <a:extLst>
              <a:ext uri="{FF2B5EF4-FFF2-40B4-BE49-F238E27FC236}">
                <a16:creationId xmlns:a16="http://schemas.microsoft.com/office/drawing/2014/main" id="{8451BEA2-8257-36E1-23F6-946E0252DAE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61234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13218</TotalTime>
  <Words>1666</Words>
  <Application>Microsoft Macintosh PowerPoint</Application>
  <PresentationFormat>A4 Paper (210x297 mm)</PresentationFormat>
  <Paragraphs>233</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127</cp:revision>
  <dcterms:created xsi:type="dcterms:W3CDTF">2024-06-13T04:30:46Z</dcterms:created>
  <dcterms:modified xsi:type="dcterms:W3CDTF">2026-01-05T03:07:29Z</dcterms:modified>
</cp:coreProperties>
</file>