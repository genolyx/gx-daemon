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20" autoAdjust="0"/>
  </p:normalViewPr>
  <p:slideViewPr>
    <p:cSldViewPr snapToGrid="0">
      <p:cViewPr varScale="1">
        <p:scale>
          <a:sx n="185" d="100"/>
          <a:sy n="185" d="100"/>
        </p:scale>
        <p:origin x="5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960023321"/>
              </p:ext>
            </p:extLst>
          </p:nvPr>
        </p:nvGraphicFramePr>
        <p:xfrm>
          <a:off x="446345" y="3545404"/>
          <a:ext cx="5984582" cy="31851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44370790-1072-A78F-D582-426271EE3103}"/>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536E9186-37BD-3C57-136A-F45EA221AB2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884273870"/>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 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6" y="9427924"/>
            <a:ext cx="3853097"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BA35377-A1B0-0567-B4DF-23212793BC2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915E55E8-28B7-225F-89C0-B03B6F966D9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81865893"/>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707815647"/>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3822890715"/>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936594763"/>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FB4FA4A5-1EFD-1D8E-38EA-BC0F910D5F7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2733</Words>
  <Application>Microsoft Macintosh PowerPoint</Application>
  <PresentationFormat>A4 Paper (210x297 mm)</PresentationFormat>
  <Paragraphs>431</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96</cp:revision>
  <dcterms:created xsi:type="dcterms:W3CDTF">2024-06-13T04:30:46Z</dcterms:created>
  <dcterms:modified xsi:type="dcterms:W3CDTF">2026-01-05T03:14:10Z</dcterms:modified>
</cp:coreProperties>
</file>