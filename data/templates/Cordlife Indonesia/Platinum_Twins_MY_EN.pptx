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30" r:id="rId2"/>
    <p:sldId id="331" r:id="rId3"/>
    <p:sldId id="33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08" autoAdjust="0"/>
  </p:normalViewPr>
  <p:slideViewPr>
    <p:cSldViewPr snapToGrid="0">
      <p:cViewPr varScale="1">
        <p:scale>
          <a:sx n="130" d="100"/>
          <a:sy n="130" d="100"/>
        </p:scale>
        <p:origin x="541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2183457706"/>
              </p:ext>
            </p:extLst>
          </p:nvPr>
        </p:nvGraphicFramePr>
        <p:xfrm>
          <a:off x="446345" y="3545404"/>
          <a:ext cx="5984582" cy="220980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979932079"/>
                  </a:ext>
                </a:extLst>
              </a:tr>
              <a:tr h="0">
                <a:tc>
                  <a:txBody>
                    <a:bodyPr/>
                    <a:lstStyle/>
                    <a:p>
                      <a:pPr algn="ctr"/>
                      <a:r>
                        <a:rPr lang="en-US" sz="10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730202693"/>
                  </a:ext>
                </a:extLst>
              </a:tr>
              <a:tr h="0">
                <a:tc>
                  <a:txBody>
                    <a:bodyPr/>
                    <a:lstStyle/>
                    <a:p>
                      <a:pPr algn="ctr"/>
                      <a:r>
                        <a:rPr lang="en-US" sz="10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4447478"/>
                  </a:ext>
                </a:extLst>
              </a:tr>
              <a:tr h="0">
                <a:tc>
                  <a:txBody>
                    <a:bodyPr/>
                    <a:lstStyle/>
                    <a:p>
                      <a:pPr algn="ctr"/>
                      <a:r>
                        <a:rPr lang="en-US" sz="1000" b="1" dirty="0">
                          <a:latin typeface="Calibri" panose="020F0502020204030204" pitchFamily="34" charset="0"/>
                          <a:cs typeface="Calibri" panose="020F0502020204030204" pitchFamily="34" charset="0"/>
                        </a:rPr>
                        <a:t>All other autosomal trisomy</a:t>
                      </a:r>
                      <a:endParaRPr lang="en-US" sz="10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6" y="9427924"/>
            <a:ext cx="3942965"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2C1D0B8C-967D-1984-A165-EA77A51FC218}"/>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C48790F0-D585-FFE9-E86B-C1FB371E7120}"/>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36148617"/>
              </p:ext>
            </p:extLst>
          </p:nvPr>
        </p:nvGraphicFramePr>
        <p:xfrm>
          <a:off x="464687" y="2286588"/>
          <a:ext cx="5984584" cy="179053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a:t>
            </a:r>
            <a:r>
              <a:rPr lang="en-US" sz="800">
                <a:latin typeface="Calibri" panose="020F0502020204030204" pitchFamily="34" charset="0"/>
                <a:cs typeface="Calibri" panose="020F0502020204030204" pitchFamily="34" charset="0"/>
              </a:rPr>
              <a:t>findings. These </a:t>
            </a:r>
            <a:r>
              <a:rPr lang="en-US" sz="800" dirty="0">
                <a:latin typeface="Calibri" panose="020F0502020204030204" pitchFamily="34" charset="0"/>
                <a:cs typeface="Calibri" panose="020F0502020204030204" pitchFamily="34" charset="0"/>
              </a:rPr>
              <a:t>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5"/>
            <a:ext cx="3906524"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200E001-AD3E-0601-B2FF-33EB4FD4A8E2}"/>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3A9266B2-2FE1-5798-5543-C58FC9E2F127}"/>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11229</TotalTime>
  <Words>2045</Words>
  <Application>Microsoft Macintosh PowerPoint</Application>
  <PresentationFormat>A4 Paper (210x297 mm)</PresentationFormat>
  <Paragraphs>267</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98</cp:revision>
  <dcterms:created xsi:type="dcterms:W3CDTF">2024-06-13T04:30:46Z</dcterms:created>
  <dcterms:modified xsi:type="dcterms:W3CDTF">2026-01-05T03:15:11Z</dcterms:modified>
</cp:coreProperties>
</file>