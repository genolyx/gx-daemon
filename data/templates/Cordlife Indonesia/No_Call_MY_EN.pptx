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30" r:id="rId2"/>
    <p:sldId id="331" r:id="rId3"/>
    <p:sldId id="33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797" autoAdjust="0"/>
  </p:normalViewPr>
  <p:slideViewPr>
    <p:cSldViewPr snapToGrid="0">
      <p:cViewPr varScale="1">
        <p:scale>
          <a:sx n="155" d="100"/>
          <a:sy n="155" d="100"/>
        </p:scale>
        <p:origin x="5840"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&lt;&lt;FF&gt;&gt;%</a:t>
            </a:r>
            <a:endParaRPr lang="en-US" sz="1600" dirty="0">
              <a:latin typeface="Calibri" panose="020F0502020204030204" pitchFamily="34" charset="0"/>
              <a:cs typeface="Calibri" panose="020F0502020204030204" pitchFamily="34" charset="0"/>
            </a:endParaRP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NA</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3807799257"/>
              </p:ext>
            </p:extLst>
          </p:nvPr>
        </p:nvGraphicFramePr>
        <p:xfrm>
          <a:off x="446345" y="3545404"/>
          <a:ext cx="5984582" cy="582657"/>
        </p:xfrm>
        <a:graphic>
          <a:graphicData uri="http://schemas.openxmlformats.org/drawingml/2006/table">
            <a:tbl>
              <a:tblPr firstRow="1" bandRow="1">
                <a:noFill/>
                <a:tableStyleId>{EB9631B5-78F2-41C9-869B-9F39066F8104}</a:tableStyleId>
              </a:tblPr>
              <a:tblGrid>
                <a:gridCol w="5984582">
                  <a:extLst>
                    <a:ext uri="{9D8B030D-6E8A-4147-A177-3AD203B41FA5}">
                      <a16:colId xmlns:a16="http://schemas.microsoft.com/office/drawing/2014/main" val="539532219"/>
                    </a:ext>
                  </a:extLst>
                </a:gridCol>
              </a:tblGrid>
              <a:tr h="582657">
                <a:tc>
                  <a:txBody>
                    <a:bodyPr/>
                    <a:lstStyle/>
                    <a:p>
                      <a:pPr algn="l"/>
                      <a:r>
                        <a:rPr lang="en-US" sz="1050" b="0">
                          <a:solidFill>
                            <a:schemeClr val="tx1"/>
                          </a:solidFill>
                          <a:latin typeface="Calibri" panose="020F0502020204030204" pitchFamily="34" charset="0"/>
                          <a:cs typeface="Calibri" panose="020F0502020204030204" pitchFamily="34" charset="0"/>
                        </a:rPr>
                        <a:t>&lt;&lt;Interpretation&gt;&gt;</a:t>
                      </a:r>
                      <a:endParaRPr lang="en-US" sz="10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828186"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No Call</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1E556696-97DE-C65A-C6C6-4F8492B3B2D1}"/>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E1774723-0AEA-C676-7F35-C3C55110AB42}"/>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28618" y="2041027"/>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27072" y="1797464"/>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28596" y="3461001"/>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findings. These 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906524"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D7B2AB2E-1709-EDEA-7E6F-E5B211D3356D}"/>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39(13):1273-1282.</a:t>
            </a: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6FB9B7FA-D73B-53D9-0C0E-01E758BAD09B}"/>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11236</TotalTime>
  <Words>1838</Words>
  <Application>Microsoft Macintosh PowerPoint</Application>
  <PresentationFormat>A4 Paper (210x297 mm)</PresentationFormat>
  <Paragraphs>198</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97</cp:revision>
  <dcterms:created xsi:type="dcterms:W3CDTF">2024-06-13T04:30:46Z</dcterms:created>
  <dcterms:modified xsi:type="dcterms:W3CDTF">2026-01-05T03:13:50Z</dcterms:modified>
</cp:coreProperties>
</file>